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5"/>
  </p:notesMasterIdLst>
  <p:sldIdLst>
    <p:sldId id="256" r:id="rId2"/>
    <p:sldId id="257" r:id="rId3"/>
    <p:sldId id="308" r:id="rId4"/>
    <p:sldId id="309" r:id="rId5"/>
    <p:sldId id="310" r:id="rId6"/>
    <p:sldId id="311" r:id="rId7"/>
    <p:sldId id="312" r:id="rId8"/>
    <p:sldId id="313" r:id="rId9"/>
    <p:sldId id="314" r:id="rId10"/>
    <p:sldId id="315" r:id="rId11"/>
    <p:sldId id="316" r:id="rId12"/>
    <p:sldId id="317" r:id="rId13"/>
    <p:sldId id="283" r:id="rId14"/>
  </p:sldIdLst>
  <p:sldSz cx="12192000" cy="6858000"/>
  <p:notesSz cx="6858000" cy="9144000"/>
  <p:embeddedFontLst>
    <p:embeddedFont>
      <p:font typeface="Calibri" panose="020F0502020204030204" pitchFamily="34" charset="0"/>
      <p:regular r:id="rId16"/>
      <p:bold r:id="rId17"/>
      <p:italic r:id="rId18"/>
      <p:boldItalic r:id="rId19"/>
    </p:embeddedFont>
    <p:embeddedFont>
      <p:font typeface="Open Sans" panose="020B0604020202020204" charset="0"/>
      <p:regular r:id="rId20"/>
      <p:bold r:id="rId21"/>
      <p:italic r:id="rId22"/>
      <p:boldItalic r:id="rId23"/>
    </p:embeddedFont>
    <p:embeddedFont>
      <p:font typeface="Arial Black" panose="020B0A04020102020204" pitchFamily="34" charset="0"/>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51">
          <p15:clr>
            <a:srgbClr val="A4A3A4"/>
          </p15:clr>
        </p15:guide>
        <p15:guide id="2" orient="horz" pos="3159">
          <p15:clr>
            <a:srgbClr val="A4A3A4"/>
          </p15:clr>
        </p15:guide>
        <p15:guide id="3" orient="horz" pos="981">
          <p15:clr>
            <a:srgbClr val="A4A3A4"/>
          </p15:clr>
        </p15:guide>
        <p15:guide id="4" pos="3840">
          <p15:clr>
            <a:srgbClr val="A4A3A4"/>
          </p15:clr>
        </p15:guide>
        <p15:guide id="5" pos="575">
          <p15:clr>
            <a:srgbClr val="A4A3A4"/>
          </p15:clr>
        </p15:guide>
        <p15:guide id="6" pos="7105">
          <p15:clr>
            <a:srgbClr val="A4A3A4"/>
          </p15:clr>
        </p15:guide>
        <p15:guide id="7" pos="7408">
          <p15:clr>
            <a:srgbClr val="A4A3A4"/>
          </p15:clr>
        </p15:guide>
        <p15:guide id="8" pos="303">
          <p15:clr>
            <a:srgbClr val="A4A3A4"/>
          </p15:clr>
        </p15:guide>
        <p15:guide id="9" pos="1965">
          <p15:clr>
            <a:srgbClr val="A4A3A4"/>
          </p15:clr>
        </p15:guide>
        <p15:guide id="10" pos="5715">
          <p15:clr>
            <a:srgbClr val="A4A3A4"/>
          </p15:clr>
        </p15:guide>
        <p15:guide id="11" pos="4384">
          <p15:clr>
            <a:srgbClr val="A4A3A4"/>
          </p15:clr>
        </p15:guide>
        <p15:guide id="12" orient="horz" pos="3295">
          <p15:clr>
            <a:srgbClr val="A4A3A4"/>
          </p15:clr>
        </p15:guide>
        <p15:guide id="13" orient="horz" pos="216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hvP8m92VOO4sMhtdwzlrzmewdJP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E75B4-C381-402A-9971-34D4B2447DB5}">
  <a:tblStyle styleId="{F9AE75B4-C381-402A-9971-34D4B2447DB5}"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tcStyle>
    </a:band2H>
    <a:band1V>
      <a:tcTxStyle/>
      <a:tcStyle>
        <a:tcBdr/>
        <a:fill>
          <a:solidFill>
            <a:schemeClr val="accent5">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0" d="100"/>
          <a:sy n="70" d="100"/>
        </p:scale>
        <p:origin x="714" y="186"/>
      </p:cViewPr>
      <p:guideLst>
        <p:guide orient="horz" pos="2251"/>
        <p:guide orient="horz" pos="3159"/>
        <p:guide orient="horz" pos="981"/>
        <p:guide pos="3840"/>
        <p:guide pos="575"/>
        <p:guide pos="7105"/>
        <p:guide pos="7408"/>
        <p:guide pos="303"/>
        <p:guide pos="1965"/>
        <p:guide pos="5715"/>
        <p:guide pos="4384"/>
        <p:guide orient="horz" pos="3295"/>
        <p:guide orient="horz" pos="216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5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9287581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3697251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39700" lvl="0" indent="0" algn="l" rtl="0">
              <a:spcBef>
                <a:spcPts val="0"/>
              </a:spcBef>
              <a:spcAft>
                <a:spcPts val="0"/>
              </a:spcAft>
              <a:buSzPts val="1400"/>
              <a:buNone/>
            </a:pPr>
            <a:endParaRPr dirty="0"/>
          </a:p>
        </p:txBody>
      </p:sp>
      <p:sp>
        <p:nvSpPr>
          <p:cNvPr id="126" name="Google Shape;126;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3383219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39700" lvl="0" indent="0" algn="l" rtl="0">
              <a:spcBef>
                <a:spcPts val="0"/>
              </a:spcBef>
              <a:spcAft>
                <a:spcPts val="0"/>
              </a:spcAft>
              <a:buSzPts val="1400"/>
              <a:buNone/>
            </a:pPr>
            <a:endParaRPr dirty="0"/>
          </a:p>
        </p:txBody>
      </p:sp>
      <p:sp>
        <p:nvSpPr>
          <p:cNvPr id="126" name="Google Shape;126;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459142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39700" lvl="0" indent="0" algn="l" rtl="0">
              <a:spcBef>
                <a:spcPts val="0"/>
              </a:spcBef>
              <a:spcAft>
                <a:spcPts val="0"/>
              </a:spcAft>
              <a:buSzPts val="1400"/>
              <a:buNone/>
            </a:pPr>
            <a:endParaRPr dirty="0"/>
          </a:p>
        </p:txBody>
      </p:sp>
      <p:sp>
        <p:nvSpPr>
          <p:cNvPr id="126" name="Google Shape;126;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665876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39700" lvl="0" indent="0" algn="l" rtl="0">
              <a:spcBef>
                <a:spcPts val="0"/>
              </a:spcBef>
              <a:spcAft>
                <a:spcPts val="0"/>
              </a:spcAft>
              <a:buSzPts val="1400"/>
              <a:buNone/>
            </a:pPr>
            <a:endParaRPr dirty="0"/>
          </a:p>
        </p:txBody>
      </p:sp>
      <p:sp>
        <p:nvSpPr>
          <p:cNvPr id="126" name="Google Shape;126;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888146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39700" lvl="0" indent="0" algn="l" rtl="0">
              <a:spcBef>
                <a:spcPts val="0"/>
              </a:spcBef>
              <a:spcAft>
                <a:spcPts val="0"/>
              </a:spcAft>
              <a:buSzPts val="1400"/>
              <a:buNone/>
            </a:pPr>
            <a:endParaRPr dirty="0"/>
          </a:p>
        </p:txBody>
      </p:sp>
      <p:sp>
        <p:nvSpPr>
          <p:cNvPr id="126" name="Google Shape;126;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798627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39700" lvl="0" indent="0" algn="l" rtl="0">
              <a:spcBef>
                <a:spcPts val="0"/>
              </a:spcBef>
              <a:spcAft>
                <a:spcPts val="0"/>
              </a:spcAft>
              <a:buSzPts val="1400"/>
              <a:buNone/>
            </a:pPr>
            <a:endParaRPr dirty="0"/>
          </a:p>
        </p:txBody>
      </p:sp>
      <p:sp>
        <p:nvSpPr>
          <p:cNvPr id="126" name="Google Shape;126;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517887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39700" lvl="0" indent="0" algn="l" rtl="0">
              <a:spcBef>
                <a:spcPts val="0"/>
              </a:spcBef>
              <a:spcAft>
                <a:spcPts val="0"/>
              </a:spcAft>
              <a:buSzPts val="1400"/>
              <a:buNone/>
            </a:pPr>
            <a:endParaRPr dirty="0"/>
          </a:p>
        </p:txBody>
      </p:sp>
      <p:sp>
        <p:nvSpPr>
          <p:cNvPr id="126" name="Google Shape;126;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734988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39700" lvl="0" indent="0" algn="l" rtl="0">
              <a:spcBef>
                <a:spcPts val="0"/>
              </a:spcBef>
              <a:spcAft>
                <a:spcPts val="0"/>
              </a:spcAft>
              <a:buSzPts val="1400"/>
              <a:buNone/>
            </a:pPr>
            <a:endParaRPr dirty="0"/>
          </a:p>
        </p:txBody>
      </p:sp>
      <p:sp>
        <p:nvSpPr>
          <p:cNvPr id="126" name="Google Shape;126;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1358966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39700" lvl="0" indent="0" algn="l" rtl="0">
              <a:spcBef>
                <a:spcPts val="0"/>
              </a:spcBef>
              <a:spcAft>
                <a:spcPts val="0"/>
              </a:spcAft>
              <a:buSzPts val="1400"/>
              <a:buNone/>
            </a:pPr>
            <a:endParaRPr dirty="0"/>
          </a:p>
        </p:txBody>
      </p:sp>
      <p:sp>
        <p:nvSpPr>
          <p:cNvPr id="126" name="Google Shape;126;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2387068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39700" lvl="0" indent="0" algn="l" rtl="0">
              <a:spcBef>
                <a:spcPts val="0"/>
              </a:spcBef>
              <a:spcAft>
                <a:spcPts val="0"/>
              </a:spcAft>
              <a:buSzPts val="1400"/>
              <a:buNone/>
            </a:pPr>
            <a:endParaRPr dirty="0"/>
          </a:p>
        </p:txBody>
      </p:sp>
      <p:sp>
        <p:nvSpPr>
          <p:cNvPr id="126" name="Google Shape;126;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398093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39700" lvl="0" indent="0" algn="l" rtl="0">
              <a:spcBef>
                <a:spcPts val="0"/>
              </a:spcBef>
              <a:spcAft>
                <a:spcPts val="0"/>
              </a:spcAft>
              <a:buSzPts val="1400"/>
              <a:buNone/>
            </a:pPr>
            <a:endParaRPr dirty="0"/>
          </a:p>
        </p:txBody>
      </p:sp>
      <p:sp>
        <p:nvSpPr>
          <p:cNvPr id="126" name="Google Shape;126;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7050725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8" name="Google Shape;508;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Calibri"/>
              <a:buNone/>
            </a:pPr>
            <a:endParaRPr dirty="0"/>
          </a:p>
        </p:txBody>
      </p:sp>
      <p:sp>
        <p:nvSpPr>
          <p:cNvPr id="509" name="Google Shape;509;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2917315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6"/>
        <p:cNvGrpSpPr/>
        <p:nvPr/>
      </p:nvGrpSpPr>
      <p:grpSpPr>
        <a:xfrm>
          <a:off x="0" y="0"/>
          <a:ext cx="0" cy="0"/>
          <a:chOff x="0" y="0"/>
          <a:chExt cx="0" cy="0"/>
        </a:xfrm>
      </p:grpSpPr>
      <p:sp>
        <p:nvSpPr>
          <p:cNvPr id="17" name="Google Shape;17;p9"/>
          <p:cNvSpPr txBox="1">
            <a:spLocks noGrp="1"/>
          </p:cNvSpPr>
          <p:nvPr>
            <p:ph type="ctrTitle"/>
          </p:nvPr>
        </p:nvSpPr>
        <p:spPr>
          <a:xfrm>
            <a:off x="1524000" y="2708920"/>
            <a:ext cx="9144000" cy="194421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6000"/>
              <a:buFont typeface="Calibri"/>
              <a:buNone/>
              <a:defRPr sz="6000" b="1" cap="none">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9"/>
          <p:cNvSpPr txBox="1">
            <a:spLocks noGrp="1"/>
          </p:cNvSpPr>
          <p:nvPr>
            <p:ph type="subTitle" idx="1"/>
          </p:nvPr>
        </p:nvSpPr>
        <p:spPr>
          <a:xfrm>
            <a:off x="6672063" y="5085184"/>
            <a:ext cx="4676753" cy="935682"/>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chemeClr val="dk1"/>
              </a:buClr>
              <a:buSzPts val="2400"/>
              <a:buNone/>
              <a:defRPr sz="2400" cap="none"/>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9"/>
          <p:cNvSpPr txBox="1">
            <a:spLocks noGrp="1"/>
          </p:cNvSpPr>
          <p:nvPr>
            <p:ph type="dt" idx="10"/>
          </p:nvPr>
        </p:nvSpPr>
        <p:spPr>
          <a:xfrm>
            <a:off x="838200" y="64482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9"/>
          <p:cNvSpPr txBox="1">
            <a:spLocks noGrp="1"/>
          </p:cNvSpPr>
          <p:nvPr>
            <p:ph type="ftr" idx="11"/>
          </p:nvPr>
        </p:nvSpPr>
        <p:spPr>
          <a:xfrm>
            <a:off x="4038600" y="64482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9"/>
          <p:cNvSpPr txBox="1">
            <a:spLocks noGrp="1"/>
          </p:cNvSpPr>
          <p:nvPr>
            <p:ph type="sldNum" idx="12"/>
          </p:nvPr>
        </p:nvSpPr>
        <p:spPr>
          <a:xfrm>
            <a:off x="8610600" y="64482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w/ Nber">
  <p:cSld name="Title and Content w/ Nber">
    <p:spTree>
      <p:nvGrpSpPr>
        <p:cNvPr id="1" name="Shape 22"/>
        <p:cNvGrpSpPr/>
        <p:nvPr/>
      </p:nvGrpSpPr>
      <p:grpSpPr>
        <a:xfrm>
          <a:off x="0" y="0"/>
          <a:ext cx="0" cy="0"/>
          <a:chOff x="0" y="0"/>
          <a:chExt cx="0" cy="0"/>
        </a:xfrm>
      </p:grpSpPr>
      <p:sp>
        <p:nvSpPr>
          <p:cNvPr id="23" name="Google Shape;23;p10"/>
          <p:cNvSpPr/>
          <p:nvPr/>
        </p:nvSpPr>
        <p:spPr>
          <a:xfrm>
            <a:off x="0" y="6018041"/>
            <a:ext cx="12188952" cy="839959"/>
          </a:xfrm>
          <a:custGeom>
            <a:avLst/>
            <a:gdLst/>
            <a:ahLst/>
            <a:cxnLst/>
            <a:rect l="l" t="t" r="r" b="b"/>
            <a:pathLst>
              <a:path w="21600" h="21600" extrusionOk="0">
                <a:moveTo>
                  <a:pt x="17091" y="0"/>
                </a:moveTo>
                <a:cubicBezTo>
                  <a:pt x="16950" y="0"/>
                  <a:pt x="16819" y="1095"/>
                  <a:pt x="16748" y="2888"/>
                </a:cubicBezTo>
                <a:lnTo>
                  <a:pt x="16401" y="11964"/>
                </a:lnTo>
                <a:cubicBezTo>
                  <a:pt x="16342" y="13428"/>
                  <a:pt x="16235" y="14345"/>
                  <a:pt x="16118" y="14345"/>
                </a:cubicBezTo>
                <a:lnTo>
                  <a:pt x="0" y="14345"/>
                </a:lnTo>
                <a:lnTo>
                  <a:pt x="0" y="21600"/>
                </a:lnTo>
                <a:lnTo>
                  <a:pt x="21595" y="21600"/>
                </a:lnTo>
                <a:lnTo>
                  <a:pt x="21595" y="14345"/>
                </a:lnTo>
                <a:lnTo>
                  <a:pt x="21600" y="14"/>
                </a:lnTo>
                <a:lnTo>
                  <a:pt x="17091" y="14"/>
                </a:lnTo>
                <a:close/>
              </a:path>
            </a:pathLst>
          </a:custGeom>
          <a:solidFill>
            <a:srgbClr val="49CEEF"/>
          </a:solidFill>
          <a:ln>
            <a:noFill/>
          </a:ln>
        </p:spPr>
        <p:txBody>
          <a:bodyPr spcFirstLastPara="1" wrap="square" lIns="38100" tIns="38100" rIns="38100" bIns="381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 name="Google Shape;24;p10"/>
          <p:cNvSpPr txBox="1">
            <a:spLocks noGrp="1"/>
          </p:cNvSpPr>
          <p:nvPr>
            <p:ph type="title"/>
          </p:nvPr>
        </p:nvSpPr>
        <p:spPr>
          <a:xfrm>
            <a:off x="2495600" y="365125"/>
            <a:ext cx="88582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0"/>
          <p:cNvSpPr txBox="1">
            <a:spLocks noGrp="1"/>
          </p:cNvSpPr>
          <p:nvPr>
            <p:ph type="body" idx="1"/>
          </p:nvPr>
        </p:nvSpPr>
        <p:spPr>
          <a:xfrm>
            <a:off x="838200" y="2060848"/>
            <a:ext cx="10515600" cy="388843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10"/>
          <p:cNvSpPr txBox="1">
            <a:spLocks noGrp="1"/>
          </p:cNvSpPr>
          <p:nvPr>
            <p:ph type="dt" idx="10"/>
          </p:nvPr>
        </p:nvSpPr>
        <p:spPr>
          <a:xfrm>
            <a:off x="838200" y="618866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0"/>
          <p:cNvSpPr txBox="1">
            <a:spLocks noGrp="1"/>
          </p:cNvSpPr>
          <p:nvPr>
            <p:ph type="ftr" idx="11"/>
          </p:nvPr>
        </p:nvSpPr>
        <p:spPr>
          <a:xfrm>
            <a:off x="4038600" y="6188669"/>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0"/>
          <p:cNvSpPr txBox="1">
            <a:spLocks noGrp="1"/>
          </p:cNvSpPr>
          <p:nvPr>
            <p:ph type="sldNum" idx="12"/>
          </p:nvPr>
        </p:nvSpPr>
        <p:spPr>
          <a:xfrm>
            <a:off x="8610600" y="6188669"/>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3F3F3F"/>
                </a:solidFill>
                <a:latin typeface="Calibri"/>
                <a:ea typeface="Calibri"/>
                <a:cs typeface="Calibri"/>
                <a:sym typeface="Calibri"/>
              </a:defRPr>
            </a:lvl1pPr>
            <a:lvl2pPr marL="0" lvl="1" indent="0" algn="r">
              <a:spcBef>
                <a:spcPts val="0"/>
              </a:spcBef>
              <a:buNone/>
              <a:defRPr sz="1200" b="0" i="0" u="none" strike="noStrike" cap="none">
                <a:solidFill>
                  <a:srgbClr val="3F3F3F"/>
                </a:solidFill>
                <a:latin typeface="Calibri"/>
                <a:ea typeface="Calibri"/>
                <a:cs typeface="Calibri"/>
                <a:sym typeface="Calibri"/>
              </a:defRPr>
            </a:lvl2pPr>
            <a:lvl3pPr marL="0" lvl="2" indent="0" algn="r">
              <a:spcBef>
                <a:spcPts val="0"/>
              </a:spcBef>
              <a:buNone/>
              <a:defRPr sz="1200" b="0" i="0" u="none" strike="noStrike" cap="none">
                <a:solidFill>
                  <a:srgbClr val="3F3F3F"/>
                </a:solidFill>
                <a:latin typeface="Calibri"/>
                <a:ea typeface="Calibri"/>
                <a:cs typeface="Calibri"/>
                <a:sym typeface="Calibri"/>
              </a:defRPr>
            </a:lvl3pPr>
            <a:lvl4pPr marL="0" lvl="3" indent="0" algn="r">
              <a:spcBef>
                <a:spcPts val="0"/>
              </a:spcBef>
              <a:buNone/>
              <a:defRPr sz="1200" b="0" i="0" u="none" strike="noStrike" cap="none">
                <a:solidFill>
                  <a:srgbClr val="3F3F3F"/>
                </a:solidFill>
                <a:latin typeface="Calibri"/>
                <a:ea typeface="Calibri"/>
                <a:cs typeface="Calibri"/>
                <a:sym typeface="Calibri"/>
              </a:defRPr>
            </a:lvl4pPr>
            <a:lvl5pPr marL="0" lvl="4" indent="0" algn="r">
              <a:spcBef>
                <a:spcPts val="0"/>
              </a:spcBef>
              <a:buNone/>
              <a:defRPr sz="1200" b="0" i="0" u="none" strike="noStrike" cap="none">
                <a:solidFill>
                  <a:srgbClr val="3F3F3F"/>
                </a:solidFill>
                <a:latin typeface="Calibri"/>
                <a:ea typeface="Calibri"/>
                <a:cs typeface="Calibri"/>
                <a:sym typeface="Calibri"/>
              </a:defRPr>
            </a:lvl5pPr>
            <a:lvl6pPr marL="0" lvl="5" indent="0" algn="r">
              <a:spcBef>
                <a:spcPts val="0"/>
              </a:spcBef>
              <a:buNone/>
              <a:defRPr sz="1200" b="0" i="0" u="none" strike="noStrike" cap="none">
                <a:solidFill>
                  <a:srgbClr val="3F3F3F"/>
                </a:solidFill>
                <a:latin typeface="Calibri"/>
                <a:ea typeface="Calibri"/>
                <a:cs typeface="Calibri"/>
                <a:sym typeface="Calibri"/>
              </a:defRPr>
            </a:lvl6pPr>
            <a:lvl7pPr marL="0" lvl="6" indent="0" algn="r">
              <a:spcBef>
                <a:spcPts val="0"/>
              </a:spcBef>
              <a:buNone/>
              <a:defRPr sz="1200" b="0" i="0" u="none" strike="noStrike" cap="none">
                <a:solidFill>
                  <a:srgbClr val="3F3F3F"/>
                </a:solidFill>
                <a:latin typeface="Calibri"/>
                <a:ea typeface="Calibri"/>
                <a:cs typeface="Calibri"/>
                <a:sym typeface="Calibri"/>
              </a:defRPr>
            </a:lvl7pPr>
            <a:lvl8pPr marL="0" lvl="7" indent="0" algn="r">
              <a:spcBef>
                <a:spcPts val="0"/>
              </a:spcBef>
              <a:buNone/>
              <a:defRPr sz="1200" b="0" i="0" u="none" strike="noStrike" cap="none">
                <a:solidFill>
                  <a:srgbClr val="3F3F3F"/>
                </a:solidFill>
                <a:latin typeface="Calibri"/>
                <a:ea typeface="Calibri"/>
                <a:cs typeface="Calibri"/>
                <a:sym typeface="Calibri"/>
              </a:defRPr>
            </a:lvl8pPr>
            <a:lvl9pPr marL="0" lvl="8" indent="0" algn="r">
              <a:spcBef>
                <a:spcPts val="0"/>
              </a:spcBef>
              <a:buNone/>
              <a:defRPr sz="1200" b="0" i="0" u="none" strike="noStrike" cap="none">
                <a:solidFill>
                  <a:srgbClr val="3F3F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9" name="Google Shape;29;p10"/>
          <p:cNvSpPr txBox="1">
            <a:spLocks noGrp="1"/>
          </p:cNvSpPr>
          <p:nvPr>
            <p:ph type="body" idx="2"/>
          </p:nvPr>
        </p:nvSpPr>
        <p:spPr>
          <a:xfrm>
            <a:off x="-780293" y="-230809"/>
            <a:ext cx="3275893" cy="2003625"/>
          </a:xfrm>
          <a:prstGeom prst="rect">
            <a:avLst/>
          </a:prstGeom>
          <a:noFill/>
          <a:ln>
            <a:noFill/>
          </a:ln>
        </p:spPr>
        <p:txBody>
          <a:bodyPr spcFirstLastPara="1" wrap="square" lIns="91425" tIns="45700" rIns="91425" bIns="45700" anchor="t" anchorCtr="0">
            <a:spAutoFit/>
          </a:bodyPr>
          <a:lstStyle>
            <a:lvl1pPr marL="457200" lvl="0" indent="-228600" algn="r">
              <a:lnSpc>
                <a:spcPct val="90000"/>
              </a:lnSpc>
              <a:spcBef>
                <a:spcPts val="1000"/>
              </a:spcBef>
              <a:spcAft>
                <a:spcPts val="0"/>
              </a:spcAft>
              <a:buClr>
                <a:srgbClr val="49CEEF"/>
              </a:buClr>
              <a:buSzPts val="13800"/>
              <a:buNone/>
              <a:defRPr sz="13800" b="1">
                <a:solidFill>
                  <a:srgbClr val="49CEEF"/>
                </a:solidFill>
                <a:latin typeface="Arial Black"/>
                <a:ea typeface="Arial Black"/>
                <a:cs typeface="Arial Black"/>
                <a:sym typeface="Arial Black"/>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10"/>
          <p:cNvSpPr/>
          <p:nvPr/>
        </p:nvSpPr>
        <p:spPr>
          <a:xfrm>
            <a:off x="1127448" y="1629848"/>
            <a:ext cx="897775" cy="99753"/>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64"/>
        <p:cNvGrpSpPr/>
        <p:nvPr/>
      </p:nvGrpSpPr>
      <p:grpSpPr>
        <a:xfrm>
          <a:off x="0" y="0"/>
          <a:ext cx="0" cy="0"/>
          <a:chOff x="0" y="0"/>
          <a:chExt cx="0" cy="0"/>
        </a:xfrm>
      </p:grpSpPr>
      <p:sp>
        <p:nvSpPr>
          <p:cNvPr id="65" name="Google Shape;65;p15"/>
          <p:cNvSpPr/>
          <p:nvPr/>
        </p:nvSpPr>
        <p:spPr>
          <a:xfrm>
            <a:off x="0" y="6018041"/>
            <a:ext cx="12188952" cy="839959"/>
          </a:xfrm>
          <a:custGeom>
            <a:avLst/>
            <a:gdLst/>
            <a:ahLst/>
            <a:cxnLst/>
            <a:rect l="l" t="t" r="r" b="b"/>
            <a:pathLst>
              <a:path w="21600" h="21600" extrusionOk="0">
                <a:moveTo>
                  <a:pt x="17091" y="0"/>
                </a:moveTo>
                <a:cubicBezTo>
                  <a:pt x="16950" y="0"/>
                  <a:pt x="16819" y="1095"/>
                  <a:pt x="16748" y="2888"/>
                </a:cubicBezTo>
                <a:lnTo>
                  <a:pt x="16401" y="11964"/>
                </a:lnTo>
                <a:cubicBezTo>
                  <a:pt x="16342" y="13428"/>
                  <a:pt x="16235" y="14345"/>
                  <a:pt x="16118" y="14345"/>
                </a:cubicBezTo>
                <a:lnTo>
                  <a:pt x="0" y="14345"/>
                </a:lnTo>
                <a:lnTo>
                  <a:pt x="0" y="21600"/>
                </a:lnTo>
                <a:lnTo>
                  <a:pt x="21595" y="21600"/>
                </a:lnTo>
                <a:lnTo>
                  <a:pt x="21595" y="14345"/>
                </a:lnTo>
                <a:lnTo>
                  <a:pt x="21600" y="14"/>
                </a:lnTo>
                <a:lnTo>
                  <a:pt x="17091" y="14"/>
                </a:lnTo>
                <a:close/>
              </a:path>
            </a:pathLst>
          </a:custGeom>
          <a:solidFill>
            <a:srgbClr val="49CEEF"/>
          </a:solidFill>
          <a:ln>
            <a:noFill/>
          </a:ln>
        </p:spPr>
        <p:txBody>
          <a:bodyPr spcFirstLastPara="1" wrap="square" lIns="38100" tIns="38100" rIns="38100" bIns="381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 name="Google Shape;6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5"/>
          <p:cNvSpPr txBox="1">
            <a:spLocks noGrp="1"/>
          </p:cNvSpPr>
          <p:nvPr>
            <p:ph type="body" idx="1"/>
          </p:nvPr>
        </p:nvSpPr>
        <p:spPr>
          <a:xfrm>
            <a:off x="838200" y="2060848"/>
            <a:ext cx="10515600" cy="388843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5"/>
          <p:cNvSpPr txBox="1">
            <a:spLocks noGrp="1"/>
          </p:cNvSpPr>
          <p:nvPr>
            <p:ph type="dt" idx="10"/>
          </p:nvPr>
        </p:nvSpPr>
        <p:spPr>
          <a:xfrm>
            <a:off x="838200" y="618866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5"/>
          <p:cNvSpPr txBox="1">
            <a:spLocks noGrp="1"/>
          </p:cNvSpPr>
          <p:nvPr>
            <p:ph type="ftr" idx="11"/>
          </p:nvPr>
        </p:nvSpPr>
        <p:spPr>
          <a:xfrm>
            <a:off x="4038600" y="6188669"/>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5"/>
          <p:cNvSpPr txBox="1">
            <a:spLocks noGrp="1"/>
          </p:cNvSpPr>
          <p:nvPr>
            <p:ph type="sldNum" idx="12"/>
          </p:nvPr>
        </p:nvSpPr>
        <p:spPr>
          <a:xfrm>
            <a:off x="8610600" y="6188669"/>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3F3F3F"/>
                </a:solidFill>
                <a:latin typeface="Calibri"/>
                <a:ea typeface="Calibri"/>
                <a:cs typeface="Calibri"/>
                <a:sym typeface="Calibri"/>
              </a:defRPr>
            </a:lvl1pPr>
            <a:lvl2pPr marL="0" lvl="1" indent="0" algn="r">
              <a:spcBef>
                <a:spcPts val="0"/>
              </a:spcBef>
              <a:buNone/>
              <a:defRPr sz="1200" b="0" i="0" u="none" strike="noStrike" cap="none">
                <a:solidFill>
                  <a:srgbClr val="3F3F3F"/>
                </a:solidFill>
                <a:latin typeface="Calibri"/>
                <a:ea typeface="Calibri"/>
                <a:cs typeface="Calibri"/>
                <a:sym typeface="Calibri"/>
              </a:defRPr>
            </a:lvl2pPr>
            <a:lvl3pPr marL="0" lvl="2" indent="0" algn="r">
              <a:spcBef>
                <a:spcPts val="0"/>
              </a:spcBef>
              <a:buNone/>
              <a:defRPr sz="1200" b="0" i="0" u="none" strike="noStrike" cap="none">
                <a:solidFill>
                  <a:srgbClr val="3F3F3F"/>
                </a:solidFill>
                <a:latin typeface="Calibri"/>
                <a:ea typeface="Calibri"/>
                <a:cs typeface="Calibri"/>
                <a:sym typeface="Calibri"/>
              </a:defRPr>
            </a:lvl3pPr>
            <a:lvl4pPr marL="0" lvl="3" indent="0" algn="r">
              <a:spcBef>
                <a:spcPts val="0"/>
              </a:spcBef>
              <a:buNone/>
              <a:defRPr sz="1200" b="0" i="0" u="none" strike="noStrike" cap="none">
                <a:solidFill>
                  <a:srgbClr val="3F3F3F"/>
                </a:solidFill>
                <a:latin typeface="Calibri"/>
                <a:ea typeface="Calibri"/>
                <a:cs typeface="Calibri"/>
                <a:sym typeface="Calibri"/>
              </a:defRPr>
            </a:lvl4pPr>
            <a:lvl5pPr marL="0" lvl="4" indent="0" algn="r">
              <a:spcBef>
                <a:spcPts val="0"/>
              </a:spcBef>
              <a:buNone/>
              <a:defRPr sz="1200" b="0" i="0" u="none" strike="noStrike" cap="none">
                <a:solidFill>
                  <a:srgbClr val="3F3F3F"/>
                </a:solidFill>
                <a:latin typeface="Calibri"/>
                <a:ea typeface="Calibri"/>
                <a:cs typeface="Calibri"/>
                <a:sym typeface="Calibri"/>
              </a:defRPr>
            </a:lvl5pPr>
            <a:lvl6pPr marL="0" lvl="5" indent="0" algn="r">
              <a:spcBef>
                <a:spcPts val="0"/>
              </a:spcBef>
              <a:buNone/>
              <a:defRPr sz="1200" b="0" i="0" u="none" strike="noStrike" cap="none">
                <a:solidFill>
                  <a:srgbClr val="3F3F3F"/>
                </a:solidFill>
                <a:latin typeface="Calibri"/>
                <a:ea typeface="Calibri"/>
                <a:cs typeface="Calibri"/>
                <a:sym typeface="Calibri"/>
              </a:defRPr>
            </a:lvl6pPr>
            <a:lvl7pPr marL="0" lvl="6" indent="0" algn="r">
              <a:spcBef>
                <a:spcPts val="0"/>
              </a:spcBef>
              <a:buNone/>
              <a:defRPr sz="1200" b="0" i="0" u="none" strike="noStrike" cap="none">
                <a:solidFill>
                  <a:srgbClr val="3F3F3F"/>
                </a:solidFill>
                <a:latin typeface="Calibri"/>
                <a:ea typeface="Calibri"/>
                <a:cs typeface="Calibri"/>
                <a:sym typeface="Calibri"/>
              </a:defRPr>
            </a:lvl7pPr>
            <a:lvl8pPr marL="0" lvl="7" indent="0" algn="r">
              <a:spcBef>
                <a:spcPts val="0"/>
              </a:spcBef>
              <a:buNone/>
              <a:defRPr sz="1200" b="0" i="0" u="none" strike="noStrike" cap="none">
                <a:solidFill>
                  <a:srgbClr val="3F3F3F"/>
                </a:solidFill>
                <a:latin typeface="Calibri"/>
                <a:ea typeface="Calibri"/>
                <a:cs typeface="Calibri"/>
                <a:sym typeface="Calibri"/>
              </a:defRPr>
            </a:lvl8pPr>
            <a:lvl9pPr marL="0" lvl="8" indent="0" algn="r">
              <a:spcBef>
                <a:spcPts val="0"/>
              </a:spcBef>
              <a:buNone/>
              <a:defRPr sz="1200" b="0" i="0" u="none" strike="noStrike" cap="none">
                <a:solidFill>
                  <a:srgbClr val="3F3F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and Photo">
  <p:cSld name="Title and Content and Photo">
    <p:spTree>
      <p:nvGrpSpPr>
        <p:cNvPr id="1" name="Shape 71"/>
        <p:cNvGrpSpPr/>
        <p:nvPr/>
      </p:nvGrpSpPr>
      <p:grpSpPr>
        <a:xfrm>
          <a:off x="0" y="0"/>
          <a:ext cx="0" cy="0"/>
          <a:chOff x="0" y="0"/>
          <a:chExt cx="0" cy="0"/>
        </a:xfrm>
      </p:grpSpPr>
      <p:sp>
        <p:nvSpPr>
          <p:cNvPr id="72" name="Google Shape;72;p16"/>
          <p:cNvSpPr/>
          <p:nvPr/>
        </p:nvSpPr>
        <p:spPr>
          <a:xfrm>
            <a:off x="0" y="6018041"/>
            <a:ext cx="12188952" cy="839959"/>
          </a:xfrm>
          <a:custGeom>
            <a:avLst/>
            <a:gdLst/>
            <a:ahLst/>
            <a:cxnLst/>
            <a:rect l="l" t="t" r="r" b="b"/>
            <a:pathLst>
              <a:path w="21600" h="21600" extrusionOk="0">
                <a:moveTo>
                  <a:pt x="17091" y="0"/>
                </a:moveTo>
                <a:cubicBezTo>
                  <a:pt x="16950" y="0"/>
                  <a:pt x="16819" y="1095"/>
                  <a:pt x="16748" y="2888"/>
                </a:cubicBezTo>
                <a:lnTo>
                  <a:pt x="16401" y="11964"/>
                </a:lnTo>
                <a:cubicBezTo>
                  <a:pt x="16342" y="13428"/>
                  <a:pt x="16235" y="14345"/>
                  <a:pt x="16118" y="14345"/>
                </a:cubicBezTo>
                <a:lnTo>
                  <a:pt x="0" y="14345"/>
                </a:lnTo>
                <a:lnTo>
                  <a:pt x="0" y="21600"/>
                </a:lnTo>
                <a:lnTo>
                  <a:pt x="21595" y="21600"/>
                </a:lnTo>
                <a:lnTo>
                  <a:pt x="21595" y="14345"/>
                </a:lnTo>
                <a:lnTo>
                  <a:pt x="21600" y="14"/>
                </a:lnTo>
                <a:lnTo>
                  <a:pt x="17091" y="14"/>
                </a:lnTo>
                <a:close/>
              </a:path>
            </a:pathLst>
          </a:custGeom>
          <a:solidFill>
            <a:srgbClr val="49CEEF"/>
          </a:solidFill>
          <a:ln>
            <a:noFill/>
          </a:ln>
        </p:spPr>
        <p:txBody>
          <a:bodyPr spcFirstLastPara="1" wrap="square" lIns="38100" tIns="38100" rIns="38100" bIns="381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3" name="Google Shape;73;p16"/>
          <p:cNvSpPr>
            <a:spLocks noGrp="1"/>
          </p:cNvSpPr>
          <p:nvPr>
            <p:ph type="pic" idx="2"/>
          </p:nvPr>
        </p:nvSpPr>
        <p:spPr>
          <a:xfrm>
            <a:off x="8025714" y="1"/>
            <a:ext cx="4166287" cy="5016843"/>
          </a:xfrm>
          <a:prstGeom prst="rect">
            <a:avLst/>
          </a:prstGeom>
          <a:noFill/>
          <a:ln>
            <a:noFill/>
          </a:ln>
        </p:spPr>
      </p:sp>
      <p:sp>
        <p:nvSpPr>
          <p:cNvPr id="74" name="Google Shape;74;p16"/>
          <p:cNvSpPr txBox="1">
            <a:spLocks noGrp="1"/>
          </p:cNvSpPr>
          <p:nvPr>
            <p:ph type="title"/>
          </p:nvPr>
        </p:nvSpPr>
        <p:spPr>
          <a:xfrm>
            <a:off x="838200" y="365125"/>
            <a:ext cx="718751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6"/>
          <p:cNvSpPr txBox="1">
            <a:spLocks noGrp="1"/>
          </p:cNvSpPr>
          <p:nvPr>
            <p:ph type="body" idx="1"/>
          </p:nvPr>
        </p:nvSpPr>
        <p:spPr>
          <a:xfrm>
            <a:off x="838200" y="2055812"/>
            <a:ext cx="7187514" cy="389346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6"/>
          <p:cNvSpPr txBox="1">
            <a:spLocks noGrp="1"/>
          </p:cNvSpPr>
          <p:nvPr>
            <p:ph type="dt" idx="10"/>
          </p:nvPr>
        </p:nvSpPr>
        <p:spPr>
          <a:xfrm>
            <a:off x="838200" y="618866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6"/>
          <p:cNvSpPr txBox="1">
            <a:spLocks noGrp="1"/>
          </p:cNvSpPr>
          <p:nvPr>
            <p:ph type="ftr" idx="11"/>
          </p:nvPr>
        </p:nvSpPr>
        <p:spPr>
          <a:xfrm>
            <a:off x="4038600" y="6188669"/>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6"/>
          <p:cNvSpPr txBox="1">
            <a:spLocks noGrp="1"/>
          </p:cNvSpPr>
          <p:nvPr>
            <p:ph type="sldNum" idx="12"/>
          </p:nvPr>
        </p:nvSpPr>
        <p:spPr>
          <a:xfrm>
            <a:off x="8610600" y="6188669"/>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3F3F3F"/>
                </a:solidFill>
                <a:latin typeface="Calibri"/>
                <a:ea typeface="Calibri"/>
                <a:cs typeface="Calibri"/>
                <a:sym typeface="Calibri"/>
              </a:defRPr>
            </a:lvl1pPr>
            <a:lvl2pPr marL="0" lvl="1" indent="0" algn="r">
              <a:spcBef>
                <a:spcPts val="0"/>
              </a:spcBef>
              <a:buNone/>
              <a:defRPr sz="1200" b="0" i="0" u="none" strike="noStrike" cap="none">
                <a:solidFill>
                  <a:srgbClr val="3F3F3F"/>
                </a:solidFill>
                <a:latin typeface="Calibri"/>
                <a:ea typeface="Calibri"/>
                <a:cs typeface="Calibri"/>
                <a:sym typeface="Calibri"/>
              </a:defRPr>
            </a:lvl2pPr>
            <a:lvl3pPr marL="0" lvl="2" indent="0" algn="r">
              <a:spcBef>
                <a:spcPts val="0"/>
              </a:spcBef>
              <a:buNone/>
              <a:defRPr sz="1200" b="0" i="0" u="none" strike="noStrike" cap="none">
                <a:solidFill>
                  <a:srgbClr val="3F3F3F"/>
                </a:solidFill>
                <a:latin typeface="Calibri"/>
                <a:ea typeface="Calibri"/>
                <a:cs typeface="Calibri"/>
                <a:sym typeface="Calibri"/>
              </a:defRPr>
            </a:lvl3pPr>
            <a:lvl4pPr marL="0" lvl="3" indent="0" algn="r">
              <a:spcBef>
                <a:spcPts val="0"/>
              </a:spcBef>
              <a:buNone/>
              <a:defRPr sz="1200" b="0" i="0" u="none" strike="noStrike" cap="none">
                <a:solidFill>
                  <a:srgbClr val="3F3F3F"/>
                </a:solidFill>
                <a:latin typeface="Calibri"/>
                <a:ea typeface="Calibri"/>
                <a:cs typeface="Calibri"/>
                <a:sym typeface="Calibri"/>
              </a:defRPr>
            </a:lvl4pPr>
            <a:lvl5pPr marL="0" lvl="4" indent="0" algn="r">
              <a:spcBef>
                <a:spcPts val="0"/>
              </a:spcBef>
              <a:buNone/>
              <a:defRPr sz="1200" b="0" i="0" u="none" strike="noStrike" cap="none">
                <a:solidFill>
                  <a:srgbClr val="3F3F3F"/>
                </a:solidFill>
                <a:latin typeface="Calibri"/>
                <a:ea typeface="Calibri"/>
                <a:cs typeface="Calibri"/>
                <a:sym typeface="Calibri"/>
              </a:defRPr>
            </a:lvl5pPr>
            <a:lvl6pPr marL="0" lvl="5" indent="0" algn="r">
              <a:spcBef>
                <a:spcPts val="0"/>
              </a:spcBef>
              <a:buNone/>
              <a:defRPr sz="1200" b="0" i="0" u="none" strike="noStrike" cap="none">
                <a:solidFill>
                  <a:srgbClr val="3F3F3F"/>
                </a:solidFill>
                <a:latin typeface="Calibri"/>
                <a:ea typeface="Calibri"/>
                <a:cs typeface="Calibri"/>
                <a:sym typeface="Calibri"/>
              </a:defRPr>
            </a:lvl6pPr>
            <a:lvl7pPr marL="0" lvl="6" indent="0" algn="r">
              <a:spcBef>
                <a:spcPts val="0"/>
              </a:spcBef>
              <a:buNone/>
              <a:defRPr sz="1200" b="0" i="0" u="none" strike="noStrike" cap="none">
                <a:solidFill>
                  <a:srgbClr val="3F3F3F"/>
                </a:solidFill>
                <a:latin typeface="Calibri"/>
                <a:ea typeface="Calibri"/>
                <a:cs typeface="Calibri"/>
                <a:sym typeface="Calibri"/>
              </a:defRPr>
            </a:lvl7pPr>
            <a:lvl8pPr marL="0" lvl="7" indent="0" algn="r">
              <a:spcBef>
                <a:spcPts val="0"/>
              </a:spcBef>
              <a:buNone/>
              <a:defRPr sz="1200" b="0" i="0" u="none" strike="noStrike" cap="none">
                <a:solidFill>
                  <a:srgbClr val="3F3F3F"/>
                </a:solidFill>
                <a:latin typeface="Calibri"/>
                <a:ea typeface="Calibri"/>
                <a:cs typeface="Calibri"/>
                <a:sym typeface="Calibri"/>
              </a:defRPr>
            </a:lvl8pPr>
            <a:lvl9pPr marL="0" lvl="8" indent="0" algn="r">
              <a:spcBef>
                <a:spcPts val="0"/>
              </a:spcBef>
              <a:buNone/>
              <a:defRPr sz="1200" b="0" i="0" u="none" strike="noStrike" cap="none">
                <a:solidFill>
                  <a:srgbClr val="3F3F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No Content w/ Nber">
  <p:cSld name="Title No Content w/ Nber">
    <p:spTree>
      <p:nvGrpSpPr>
        <p:cNvPr id="1" name="Shape 79"/>
        <p:cNvGrpSpPr/>
        <p:nvPr/>
      </p:nvGrpSpPr>
      <p:grpSpPr>
        <a:xfrm>
          <a:off x="0" y="0"/>
          <a:ext cx="0" cy="0"/>
          <a:chOff x="0" y="0"/>
          <a:chExt cx="0" cy="0"/>
        </a:xfrm>
      </p:grpSpPr>
      <p:sp>
        <p:nvSpPr>
          <p:cNvPr id="80" name="Google Shape;80;p17"/>
          <p:cNvSpPr/>
          <p:nvPr/>
        </p:nvSpPr>
        <p:spPr>
          <a:xfrm>
            <a:off x="0" y="6018041"/>
            <a:ext cx="12188952" cy="839959"/>
          </a:xfrm>
          <a:custGeom>
            <a:avLst/>
            <a:gdLst/>
            <a:ahLst/>
            <a:cxnLst/>
            <a:rect l="l" t="t" r="r" b="b"/>
            <a:pathLst>
              <a:path w="21600" h="21600" extrusionOk="0">
                <a:moveTo>
                  <a:pt x="17091" y="0"/>
                </a:moveTo>
                <a:cubicBezTo>
                  <a:pt x="16950" y="0"/>
                  <a:pt x="16819" y="1095"/>
                  <a:pt x="16748" y="2888"/>
                </a:cubicBezTo>
                <a:lnTo>
                  <a:pt x="16401" y="11964"/>
                </a:lnTo>
                <a:cubicBezTo>
                  <a:pt x="16342" y="13428"/>
                  <a:pt x="16235" y="14345"/>
                  <a:pt x="16118" y="14345"/>
                </a:cubicBezTo>
                <a:lnTo>
                  <a:pt x="0" y="14345"/>
                </a:lnTo>
                <a:lnTo>
                  <a:pt x="0" y="21600"/>
                </a:lnTo>
                <a:lnTo>
                  <a:pt x="21595" y="21600"/>
                </a:lnTo>
                <a:lnTo>
                  <a:pt x="21595" y="14345"/>
                </a:lnTo>
                <a:lnTo>
                  <a:pt x="21600" y="14"/>
                </a:lnTo>
                <a:lnTo>
                  <a:pt x="17091" y="14"/>
                </a:lnTo>
                <a:close/>
              </a:path>
            </a:pathLst>
          </a:custGeom>
          <a:solidFill>
            <a:srgbClr val="49CEEF"/>
          </a:solidFill>
          <a:ln>
            <a:noFill/>
          </a:ln>
        </p:spPr>
        <p:txBody>
          <a:bodyPr spcFirstLastPara="1" wrap="square" lIns="38100" tIns="38100" rIns="38100" bIns="381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1" name="Google Shape;81;p17"/>
          <p:cNvSpPr txBox="1">
            <a:spLocks noGrp="1"/>
          </p:cNvSpPr>
          <p:nvPr>
            <p:ph type="title"/>
          </p:nvPr>
        </p:nvSpPr>
        <p:spPr>
          <a:xfrm>
            <a:off x="2495600" y="365125"/>
            <a:ext cx="88582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7"/>
          <p:cNvSpPr txBox="1">
            <a:spLocks noGrp="1"/>
          </p:cNvSpPr>
          <p:nvPr>
            <p:ph type="dt" idx="10"/>
          </p:nvPr>
        </p:nvSpPr>
        <p:spPr>
          <a:xfrm>
            <a:off x="838200" y="618866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
          <p:cNvSpPr txBox="1">
            <a:spLocks noGrp="1"/>
          </p:cNvSpPr>
          <p:nvPr>
            <p:ph type="ftr" idx="11"/>
          </p:nvPr>
        </p:nvSpPr>
        <p:spPr>
          <a:xfrm>
            <a:off x="4038600" y="6188669"/>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
          <p:cNvSpPr txBox="1">
            <a:spLocks noGrp="1"/>
          </p:cNvSpPr>
          <p:nvPr>
            <p:ph type="sldNum" idx="12"/>
          </p:nvPr>
        </p:nvSpPr>
        <p:spPr>
          <a:xfrm>
            <a:off x="8610600" y="6188669"/>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3F3F3F"/>
                </a:solidFill>
                <a:latin typeface="Calibri"/>
                <a:ea typeface="Calibri"/>
                <a:cs typeface="Calibri"/>
                <a:sym typeface="Calibri"/>
              </a:defRPr>
            </a:lvl1pPr>
            <a:lvl2pPr marL="0" lvl="1" indent="0" algn="r">
              <a:spcBef>
                <a:spcPts val="0"/>
              </a:spcBef>
              <a:buNone/>
              <a:defRPr sz="1200" b="0" i="0" u="none" strike="noStrike" cap="none">
                <a:solidFill>
                  <a:srgbClr val="3F3F3F"/>
                </a:solidFill>
                <a:latin typeface="Calibri"/>
                <a:ea typeface="Calibri"/>
                <a:cs typeface="Calibri"/>
                <a:sym typeface="Calibri"/>
              </a:defRPr>
            </a:lvl2pPr>
            <a:lvl3pPr marL="0" lvl="2" indent="0" algn="r">
              <a:spcBef>
                <a:spcPts val="0"/>
              </a:spcBef>
              <a:buNone/>
              <a:defRPr sz="1200" b="0" i="0" u="none" strike="noStrike" cap="none">
                <a:solidFill>
                  <a:srgbClr val="3F3F3F"/>
                </a:solidFill>
                <a:latin typeface="Calibri"/>
                <a:ea typeface="Calibri"/>
                <a:cs typeface="Calibri"/>
                <a:sym typeface="Calibri"/>
              </a:defRPr>
            </a:lvl3pPr>
            <a:lvl4pPr marL="0" lvl="3" indent="0" algn="r">
              <a:spcBef>
                <a:spcPts val="0"/>
              </a:spcBef>
              <a:buNone/>
              <a:defRPr sz="1200" b="0" i="0" u="none" strike="noStrike" cap="none">
                <a:solidFill>
                  <a:srgbClr val="3F3F3F"/>
                </a:solidFill>
                <a:latin typeface="Calibri"/>
                <a:ea typeface="Calibri"/>
                <a:cs typeface="Calibri"/>
                <a:sym typeface="Calibri"/>
              </a:defRPr>
            </a:lvl4pPr>
            <a:lvl5pPr marL="0" lvl="4" indent="0" algn="r">
              <a:spcBef>
                <a:spcPts val="0"/>
              </a:spcBef>
              <a:buNone/>
              <a:defRPr sz="1200" b="0" i="0" u="none" strike="noStrike" cap="none">
                <a:solidFill>
                  <a:srgbClr val="3F3F3F"/>
                </a:solidFill>
                <a:latin typeface="Calibri"/>
                <a:ea typeface="Calibri"/>
                <a:cs typeface="Calibri"/>
                <a:sym typeface="Calibri"/>
              </a:defRPr>
            </a:lvl5pPr>
            <a:lvl6pPr marL="0" lvl="5" indent="0" algn="r">
              <a:spcBef>
                <a:spcPts val="0"/>
              </a:spcBef>
              <a:buNone/>
              <a:defRPr sz="1200" b="0" i="0" u="none" strike="noStrike" cap="none">
                <a:solidFill>
                  <a:srgbClr val="3F3F3F"/>
                </a:solidFill>
                <a:latin typeface="Calibri"/>
                <a:ea typeface="Calibri"/>
                <a:cs typeface="Calibri"/>
                <a:sym typeface="Calibri"/>
              </a:defRPr>
            </a:lvl6pPr>
            <a:lvl7pPr marL="0" lvl="6" indent="0" algn="r">
              <a:spcBef>
                <a:spcPts val="0"/>
              </a:spcBef>
              <a:buNone/>
              <a:defRPr sz="1200" b="0" i="0" u="none" strike="noStrike" cap="none">
                <a:solidFill>
                  <a:srgbClr val="3F3F3F"/>
                </a:solidFill>
                <a:latin typeface="Calibri"/>
                <a:ea typeface="Calibri"/>
                <a:cs typeface="Calibri"/>
                <a:sym typeface="Calibri"/>
              </a:defRPr>
            </a:lvl7pPr>
            <a:lvl8pPr marL="0" lvl="7" indent="0" algn="r">
              <a:spcBef>
                <a:spcPts val="0"/>
              </a:spcBef>
              <a:buNone/>
              <a:defRPr sz="1200" b="0" i="0" u="none" strike="noStrike" cap="none">
                <a:solidFill>
                  <a:srgbClr val="3F3F3F"/>
                </a:solidFill>
                <a:latin typeface="Calibri"/>
                <a:ea typeface="Calibri"/>
                <a:cs typeface="Calibri"/>
                <a:sym typeface="Calibri"/>
              </a:defRPr>
            </a:lvl8pPr>
            <a:lvl9pPr marL="0" lvl="8" indent="0" algn="r">
              <a:spcBef>
                <a:spcPts val="0"/>
              </a:spcBef>
              <a:buNone/>
              <a:defRPr sz="1200" b="0" i="0" u="none" strike="noStrike" cap="none">
                <a:solidFill>
                  <a:srgbClr val="3F3F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
          <p:cNvSpPr txBox="1">
            <a:spLocks noGrp="1"/>
          </p:cNvSpPr>
          <p:nvPr>
            <p:ph type="body" idx="1"/>
          </p:nvPr>
        </p:nvSpPr>
        <p:spPr>
          <a:xfrm>
            <a:off x="-780293" y="-230809"/>
            <a:ext cx="3275893" cy="2003625"/>
          </a:xfrm>
          <a:prstGeom prst="rect">
            <a:avLst/>
          </a:prstGeom>
          <a:noFill/>
          <a:ln>
            <a:noFill/>
          </a:ln>
        </p:spPr>
        <p:txBody>
          <a:bodyPr spcFirstLastPara="1" wrap="square" lIns="91425" tIns="45700" rIns="91425" bIns="45700" anchor="t" anchorCtr="0">
            <a:spAutoFit/>
          </a:bodyPr>
          <a:lstStyle>
            <a:lvl1pPr marL="457200" lvl="0" indent="-228600" algn="r">
              <a:lnSpc>
                <a:spcPct val="90000"/>
              </a:lnSpc>
              <a:spcBef>
                <a:spcPts val="1000"/>
              </a:spcBef>
              <a:spcAft>
                <a:spcPts val="0"/>
              </a:spcAft>
              <a:buClr>
                <a:srgbClr val="49CEEF"/>
              </a:buClr>
              <a:buSzPts val="13800"/>
              <a:buNone/>
              <a:defRPr sz="13800" b="1">
                <a:solidFill>
                  <a:srgbClr val="49CEEF"/>
                </a:solidFill>
                <a:latin typeface="Arial Black"/>
                <a:ea typeface="Arial Black"/>
                <a:cs typeface="Arial Black"/>
                <a:sym typeface="Arial Black"/>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17"/>
          <p:cNvSpPr/>
          <p:nvPr/>
        </p:nvSpPr>
        <p:spPr>
          <a:xfrm>
            <a:off x="1127448" y="1629848"/>
            <a:ext cx="897775" cy="99753"/>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No Content">
  <p:cSld name="Title No Content">
    <p:spTree>
      <p:nvGrpSpPr>
        <p:cNvPr id="1" name="Shape 87"/>
        <p:cNvGrpSpPr/>
        <p:nvPr/>
      </p:nvGrpSpPr>
      <p:grpSpPr>
        <a:xfrm>
          <a:off x="0" y="0"/>
          <a:ext cx="0" cy="0"/>
          <a:chOff x="0" y="0"/>
          <a:chExt cx="0" cy="0"/>
        </a:xfrm>
      </p:grpSpPr>
      <p:sp>
        <p:nvSpPr>
          <p:cNvPr id="88" name="Google Shape;88;p18"/>
          <p:cNvSpPr/>
          <p:nvPr/>
        </p:nvSpPr>
        <p:spPr>
          <a:xfrm>
            <a:off x="0" y="6018041"/>
            <a:ext cx="12188952" cy="839959"/>
          </a:xfrm>
          <a:custGeom>
            <a:avLst/>
            <a:gdLst/>
            <a:ahLst/>
            <a:cxnLst/>
            <a:rect l="l" t="t" r="r" b="b"/>
            <a:pathLst>
              <a:path w="21600" h="21600" extrusionOk="0">
                <a:moveTo>
                  <a:pt x="17091" y="0"/>
                </a:moveTo>
                <a:cubicBezTo>
                  <a:pt x="16950" y="0"/>
                  <a:pt x="16819" y="1095"/>
                  <a:pt x="16748" y="2888"/>
                </a:cubicBezTo>
                <a:lnTo>
                  <a:pt x="16401" y="11964"/>
                </a:lnTo>
                <a:cubicBezTo>
                  <a:pt x="16342" y="13428"/>
                  <a:pt x="16235" y="14345"/>
                  <a:pt x="16118" y="14345"/>
                </a:cubicBezTo>
                <a:lnTo>
                  <a:pt x="0" y="14345"/>
                </a:lnTo>
                <a:lnTo>
                  <a:pt x="0" y="21600"/>
                </a:lnTo>
                <a:lnTo>
                  <a:pt x="21595" y="21600"/>
                </a:lnTo>
                <a:lnTo>
                  <a:pt x="21595" y="14345"/>
                </a:lnTo>
                <a:lnTo>
                  <a:pt x="21600" y="14"/>
                </a:lnTo>
                <a:lnTo>
                  <a:pt x="17091" y="14"/>
                </a:lnTo>
                <a:close/>
              </a:path>
            </a:pathLst>
          </a:custGeom>
          <a:solidFill>
            <a:srgbClr val="49CEEF"/>
          </a:solidFill>
          <a:ln>
            <a:noFill/>
          </a:ln>
        </p:spPr>
        <p:txBody>
          <a:bodyPr spcFirstLastPara="1" wrap="square" lIns="38100" tIns="38100" rIns="38100" bIns="381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9" name="Google Shape;89;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8"/>
          <p:cNvSpPr txBox="1">
            <a:spLocks noGrp="1"/>
          </p:cNvSpPr>
          <p:nvPr>
            <p:ph type="dt" idx="10"/>
          </p:nvPr>
        </p:nvSpPr>
        <p:spPr>
          <a:xfrm>
            <a:off x="838200" y="618866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8"/>
          <p:cNvSpPr txBox="1">
            <a:spLocks noGrp="1"/>
          </p:cNvSpPr>
          <p:nvPr>
            <p:ph type="ftr" idx="11"/>
          </p:nvPr>
        </p:nvSpPr>
        <p:spPr>
          <a:xfrm>
            <a:off x="4038600" y="6188669"/>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8"/>
          <p:cNvSpPr txBox="1">
            <a:spLocks noGrp="1"/>
          </p:cNvSpPr>
          <p:nvPr>
            <p:ph type="sldNum" idx="12"/>
          </p:nvPr>
        </p:nvSpPr>
        <p:spPr>
          <a:xfrm>
            <a:off x="8610600" y="6188669"/>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3F3F3F"/>
                </a:solidFill>
                <a:latin typeface="Calibri"/>
                <a:ea typeface="Calibri"/>
                <a:cs typeface="Calibri"/>
                <a:sym typeface="Calibri"/>
              </a:defRPr>
            </a:lvl1pPr>
            <a:lvl2pPr marL="0" lvl="1" indent="0" algn="r">
              <a:spcBef>
                <a:spcPts val="0"/>
              </a:spcBef>
              <a:buNone/>
              <a:defRPr sz="1200" b="0" i="0" u="none" strike="noStrike" cap="none">
                <a:solidFill>
                  <a:srgbClr val="3F3F3F"/>
                </a:solidFill>
                <a:latin typeface="Calibri"/>
                <a:ea typeface="Calibri"/>
                <a:cs typeface="Calibri"/>
                <a:sym typeface="Calibri"/>
              </a:defRPr>
            </a:lvl2pPr>
            <a:lvl3pPr marL="0" lvl="2" indent="0" algn="r">
              <a:spcBef>
                <a:spcPts val="0"/>
              </a:spcBef>
              <a:buNone/>
              <a:defRPr sz="1200" b="0" i="0" u="none" strike="noStrike" cap="none">
                <a:solidFill>
                  <a:srgbClr val="3F3F3F"/>
                </a:solidFill>
                <a:latin typeface="Calibri"/>
                <a:ea typeface="Calibri"/>
                <a:cs typeface="Calibri"/>
                <a:sym typeface="Calibri"/>
              </a:defRPr>
            </a:lvl3pPr>
            <a:lvl4pPr marL="0" lvl="3" indent="0" algn="r">
              <a:spcBef>
                <a:spcPts val="0"/>
              </a:spcBef>
              <a:buNone/>
              <a:defRPr sz="1200" b="0" i="0" u="none" strike="noStrike" cap="none">
                <a:solidFill>
                  <a:srgbClr val="3F3F3F"/>
                </a:solidFill>
                <a:latin typeface="Calibri"/>
                <a:ea typeface="Calibri"/>
                <a:cs typeface="Calibri"/>
                <a:sym typeface="Calibri"/>
              </a:defRPr>
            </a:lvl4pPr>
            <a:lvl5pPr marL="0" lvl="4" indent="0" algn="r">
              <a:spcBef>
                <a:spcPts val="0"/>
              </a:spcBef>
              <a:buNone/>
              <a:defRPr sz="1200" b="0" i="0" u="none" strike="noStrike" cap="none">
                <a:solidFill>
                  <a:srgbClr val="3F3F3F"/>
                </a:solidFill>
                <a:latin typeface="Calibri"/>
                <a:ea typeface="Calibri"/>
                <a:cs typeface="Calibri"/>
                <a:sym typeface="Calibri"/>
              </a:defRPr>
            </a:lvl5pPr>
            <a:lvl6pPr marL="0" lvl="5" indent="0" algn="r">
              <a:spcBef>
                <a:spcPts val="0"/>
              </a:spcBef>
              <a:buNone/>
              <a:defRPr sz="1200" b="0" i="0" u="none" strike="noStrike" cap="none">
                <a:solidFill>
                  <a:srgbClr val="3F3F3F"/>
                </a:solidFill>
                <a:latin typeface="Calibri"/>
                <a:ea typeface="Calibri"/>
                <a:cs typeface="Calibri"/>
                <a:sym typeface="Calibri"/>
              </a:defRPr>
            </a:lvl6pPr>
            <a:lvl7pPr marL="0" lvl="6" indent="0" algn="r">
              <a:spcBef>
                <a:spcPts val="0"/>
              </a:spcBef>
              <a:buNone/>
              <a:defRPr sz="1200" b="0" i="0" u="none" strike="noStrike" cap="none">
                <a:solidFill>
                  <a:srgbClr val="3F3F3F"/>
                </a:solidFill>
                <a:latin typeface="Calibri"/>
                <a:ea typeface="Calibri"/>
                <a:cs typeface="Calibri"/>
                <a:sym typeface="Calibri"/>
              </a:defRPr>
            </a:lvl7pPr>
            <a:lvl8pPr marL="0" lvl="7" indent="0" algn="r">
              <a:spcBef>
                <a:spcPts val="0"/>
              </a:spcBef>
              <a:buNone/>
              <a:defRPr sz="1200" b="0" i="0" u="none" strike="noStrike" cap="none">
                <a:solidFill>
                  <a:srgbClr val="3F3F3F"/>
                </a:solidFill>
                <a:latin typeface="Calibri"/>
                <a:ea typeface="Calibri"/>
                <a:cs typeface="Calibri"/>
                <a:sym typeface="Calibri"/>
              </a:defRPr>
            </a:lvl8pPr>
            <a:lvl9pPr marL="0" lvl="8" indent="0" algn="r">
              <a:spcBef>
                <a:spcPts val="0"/>
              </a:spcBef>
              <a:buNone/>
              <a:defRPr sz="1200" b="0" i="0" u="none" strike="noStrike" cap="none">
                <a:solidFill>
                  <a:srgbClr val="3F3F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No Content w/ Nber and Photo">
  <p:cSld name="Title No Content w/ Nber and Photo">
    <p:spTree>
      <p:nvGrpSpPr>
        <p:cNvPr id="1" name="Shape 93"/>
        <p:cNvGrpSpPr/>
        <p:nvPr/>
      </p:nvGrpSpPr>
      <p:grpSpPr>
        <a:xfrm>
          <a:off x="0" y="0"/>
          <a:ext cx="0" cy="0"/>
          <a:chOff x="0" y="0"/>
          <a:chExt cx="0" cy="0"/>
        </a:xfrm>
      </p:grpSpPr>
      <p:sp>
        <p:nvSpPr>
          <p:cNvPr id="94" name="Google Shape;94;p19"/>
          <p:cNvSpPr/>
          <p:nvPr/>
        </p:nvSpPr>
        <p:spPr>
          <a:xfrm>
            <a:off x="0" y="6018041"/>
            <a:ext cx="12188952" cy="839959"/>
          </a:xfrm>
          <a:custGeom>
            <a:avLst/>
            <a:gdLst/>
            <a:ahLst/>
            <a:cxnLst/>
            <a:rect l="l" t="t" r="r" b="b"/>
            <a:pathLst>
              <a:path w="21600" h="21600" extrusionOk="0">
                <a:moveTo>
                  <a:pt x="17091" y="0"/>
                </a:moveTo>
                <a:cubicBezTo>
                  <a:pt x="16950" y="0"/>
                  <a:pt x="16819" y="1095"/>
                  <a:pt x="16748" y="2888"/>
                </a:cubicBezTo>
                <a:lnTo>
                  <a:pt x="16401" y="11964"/>
                </a:lnTo>
                <a:cubicBezTo>
                  <a:pt x="16342" y="13428"/>
                  <a:pt x="16235" y="14345"/>
                  <a:pt x="16118" y="14345"/>
                </a:cubicBezTo>
                <a:lnTo>
                  <a:pt x="0" y="14345"/>
                </a:lnTo>
                <a:lnTo>
                  <a:pt x="0" y="21600"/>
                </a:lnTo>
                <a:lnTo>
                  <a:pt x="21595" y="21600"/>
                </a:lnTo>
                <a:lnTo>
                  <a:pt x="21595" y="14345"/>
                </a:lnTo>
                <a:lnTo>
                  <a:pt x="21600" y="14"/>
                </a:lnTo>
                <a:lnTo>
                  <a:pt x="17091" y="14"/>
                </a:lnTo>
                <a:close/>
              </a:path>
            </a:pathLst>
          </a:custGeom>
          <a:solidFill>
            <a:srgbClr val="49CEEF"/>
          </a:solidFill>
          <a:ln>
            <a:noFill/>
          </a:ln>
        </p:spPr>
        <p:txBody>
          <a:bodyPr spcFirstLastPara="1" wrap="square" lIns="38100" tIns="38100" rIns="38100" bIns="381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 name="Google Shape;95;p19"/>
          <p:cNvSpPr>
            <a:spLocks noGrp="1"/>
          </p:cNvSpPr>
          <p:nvPr>
            <p:ph type="pic" idx="2"/>
          </p:nvPr>
        </p:nvSpPr>
        <p:spPr>
          <a:xfrm>
            <a:off x="8025714" y="1"/>
            <a:ext cx="4166287" cy="5016843"/>
          </a:xfrm>
          <a:prstGeom prst="rect">
            <a:avLst/>
          </a:prstGeom>
          <a:noFill/>
          <a:ln>
            <a:noFill/>
          </a:ln>
        </p:spPr>
      </p:sp>
      <p:sp>
        <p:nvSpPr>
          <p:cNvPr id="96" name="Google Shape;96;p19"/>
          <p:cNvSpPr txBox="1">
            <a:spLocks noGrp="1"/>
          </p:cNvSpPr>
          <p:nvPr>
            <p:ph type="title"/>
          </p:nvPr>
        </p:nvSpPr>
        <p:spPr>
          <a:xfrm>
            <a:off x="2495600" y="365125"/>
            <a:ext cx="553011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19"/>
          <p:cNvSpPr txBox="1">
            <a:spLocks noGrp="1"/>
          </p:cNvSpPr>
          <p:nvPr>
            <p:ph type="dt" idx="10"/>
          </p:nvPr>
        </p:nvSpPr>
        <p:spPr>
          <a:xfrm>
            <a:off x="838200" y="618866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9"/>
          <p:cNvSpPr txBox="1">
            <a:spLocks noGrp="1"/>
          </p:cNvSpPr>
          <p:nvPr>
            <p:ph type="ftr" idx="11"/>
          </p:nvPr>
        </p:nvSpPr>
        <p:spPr>
          <a:xfrm>
            <a:off x="4038600" y="6188669"/>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9"/>
          <p:cNvSpPr txBox="1">
            <a:spLocks noGrp="1"/>
          </p:cNvSpPr>
          <p:nvPr>
            <p:ph type="sldNum" idx="12"/>
          </p:nvPr>
        </p:nvSpPr>
        <p:spPr>
          <a:xfrm>
            <a:off x="8610600" y="6188669"/>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3F3F3F"/>
                </a:solidFill>
                <a:latin typeface="Calibri"/>
                <a:ea typeface="Calibri"/>
                <a:cs typeface="Calibri"/>
                <a:sym typeface="Calibri"/>
              </a:defRPr>
            </a:lvl1pPr>
            <a:lvl2pPr marL="0" lvl="1" indent="0" algn="r">
              <a:spcBef>
                <a:spcPts val="0"/>
              </a:spcBef>
              <a:buNone/>
              <a:defRPr sz="1200" b="0" i="0" u="none" strike="noStrike" cap="none">
                <a:solidFill>
                  <a:srgbClr val="3F3F3F"/>
                </a:solidFill>
                <a:latin typeface="Calibri"/>
                <a:ea typeface="Calibri"/>
                <a:cs typeface="Calibri"/>
                <a:sym typeface="Calibri"/>
              </a:defRPr>
            </a:lvl2pPr>
            <a:lvl3pPr marL="0" lvl="2" indent="0" algn="r">
              <a:spcBef>
                <a:spcPts val="0"/>
              </a:spcBef>
              <a:buNone/>
              <a:defRPr sz="1200" b="0" i="0" u="none" strike="noStrike" cap="none">
                <a:solidFill>
                  <a:srgbClr val="3F3F3F"/>
                </a:solidFill>
                <a:latin typeface="Calibri"/>
                <a:ea typeface="Calibri"/>
                <a:cs typeface="Calibri"/>
                <a:sym typeface="Calibri"/>
              </a:defRPr>
            </a:lvl3pPr>
            <a:lvl4pPr marL="0" lvl="3" indent="0" algn="r">
              <a:spcBef>
                <a:spcPts val="0"/>
              </a:spcBef>
              <a:buNone/>
              <a:defRPr sz="1200" b="0" i="0" u="none" strike="noStrike" cap="none">
                <a:solidFill>
                  <a:srgbClr val="3F3F3F"/>
                </a:solidFill>
                <a:latin typeface="Calibri"/>
                <a:ea typeface="Calibri"/>
                <a:cs typeface="Calibri"/>
                <a:sym typeface="Calibri"/>
              </a:defRPr>
            </a:lvl4pPr>
            <a:lvl5pPr marL="0" lvl="4" indent="0" algn="r">
              <a:spcBef>
                <a:spcPts val="0"/>
              </a:spcBef>
              <a:buNone/>
              <a:defRPr sz="1200" b="0" i="0" u="none" strike="noStrike" cap="none">
                <a:solidFill>
                  <a:srgbClr val="3F3F3F"/>
                </a:solidFill>
                <a:latin typeface="Calibri"/>
                <a:ea typeface="Calibri"/>
                <a:cs typeface="Calibri"/>
                <a:sym typeface="Calibri"/>
              </a:defRPr>
            </a:lvl5pPr>
            <a:lvl6pPr marL="0" lvl="5" indent="0" algn="r">
              <a:spcBef>
                <a:spcPts val="0"/>
              </a:spcBef>
              <a:buNone/>
              <a:defRPr sz="1200" b="0" i="0" u="none" strike="noStrike" cap="none">
                <a:solidFill>
                  <a:srgbClr val="3F3F3F"/>
                </a:solidFill>
                <a:latin typeface="Calibri"/>
                <a:ea typeface="Calibri"/>
                <a:cs typeface="Calibri"/>
                <a:sym typeface="Calibri"/>
              </a:defRPr>
            </a:lvl6pPr>
            <a:lvl7pPr marL="0" lvl="6" indent="0" algn="r">
              <a:spcBef>
                <a:spcPts val="0"/>
              </a:spcBef>
              <a:buNone/>
              <a:defRPr sz="1200" b="0" i="0" u="none" strike="noStrike" cap="none">
                <a:solidFill>
                  <a:srgbClr val="3F3F3F"/>
                </a:solidFill>
                <a:latin typeface="Calibri"/>
                <a:ea typeface="Calibri"/>
                <a:cs typeface="Calibri"/>
                <a:sym typeface="Calibri"/>
              </a:defRPr>
            </a:lvl7pPr>
            <a:lvl8pPr marL="0" lvl="7" indent="0" algn="r">
              <a:spcBef>
                <a:spcPts val="0"/>
              </a:spcBef>
              <a:buNone/>
              <a:defRPr sz="1200" b="0" i="0" u="none" strike="noStrike" cap="none">
                <a:solidFill>
                  <a:srgbClr val="3F3F3F"/>
                </a:solidFill>
                <a:latin typeface="Calibri"/>
                <a:ea typeface="Calibri"/>
                <a:cs typeface="Calibri"/>
                <a:sym typeface="Calibri"/>
              </a:defRPr>
            </a:lvl8pPr>
            <a:lvl9pPr marL="0" lvl="8" indent="0" algn="r">
              <a:spcBef>
                <a:spcPts val="0"/>
              </a:spcBef>
              <a:buNone/>
              <a:defRPr sz="1200" b="0" i="0" u="none" strike="noStrike" cap="none">
                <a:solidFill>
                  <a:srgbClr val="3F3F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00" name="Google Shape;100;p19"/>
          <p:cNvSpPr/>
          <p:nvPr/>
        </p:nvSpPr>
        <p:spPr>
          <a:xfrm>
            <a:off x="1127448" y="1629848"/>
            <a:ext cx="897775" cy="99753"/>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1" name="Google Shape;101;p19"/>
          <p:cNvSpPr txBox="1">
            <a:spLocks noGrp="1"/>
          </p:cNvSpPr>
          <p:nvPr>
            <p:ph type="body" idx="1"/>
          </p:nvPr>
        </p:nvSpPr>
        <p:spPr>
          <a:xfrm>
            <a:off x="-780293" y="-230809"/>
            <a:ext cx="3275893" cy="2003625"/>
          </a:xfrm>
          <a:prstGeom prst="rect">
            <a:avLst/>
          </a:prstGeom>
          <a:noFill/>
          <a:ln>
            <a:noFill/>
          </a:ln>
        </p:spPr>
        <p:txBody>
          <a:bodyPr spcFirstLastPara="1" wrap="square" lIns="91425" tIns="45700" rIns="91425" bIns="45700" anchor="t" anchorCtr="0">
            <a:spAutoFit/>
          </a:bodyPr>
          <a:lstStyle>
            <a:lvl1pPr marL="457200" lvl="0" indent="-228600" algn="r">
              <a:lnSpc>
                <a:spcPct val="90000"/>
              </a:lnSpc>
              <a:spcBef>
                <a:spcPts val="1000"/>
              </a:spcBef>
              <a:spcAft>
                <a:spcPts val="0"/>
              </a:spcAft>
              <a:buClr>
                <a:srgbClr val="49CEEF"/>
              </a:buClr>
              <a:buSzPts val="13800"/>
              <a:buNone/>
              <a:defRPr sz="13800" b="1">
                <a:solidFill>
                  <a:srgbClr val="49CEEF"/>
                </a:solidFill>
                <a:latin typeface="Arial Black"/>
                <a:ea typeface="Arial Black"/>
                <a:cs typeface="Arial Black"/>
                <a:sym typeface="Arial Black"/>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No Content and Photo">
  <p:cSld name="Title No Content and Photo">
    <p:spTree>
      <p:nvGrpSpPr>
        <p:cNvPr id="1" name="Shape 102"/>
        <p:cNvGrpSpPr/>
        <p:nvPr/>
      </p:nvGrpSpPr>
      <p:grpSpPr>
        <a:xfrm>
          <a:off x="0" y="0"/>
          <a:ext cx="0" cy="0"/>
          <a:chOff x="0" y="0"/>
          <a:chExt cx="0" cy="0"/>
        </a:xfrm>
      </p:grpSpPr>
      <p:sp>
        <p:nvSpPr>
          <p:cNvPr id="103" name="Google Shape;103;p20"/>
          <p:cNvSpPr/>
          <p:nvPr/>
        </p:nvSpPr>
        <p:spPr>
          <a:xfrm>
            <a:off x="0" y="6018041"/>
            <a:ext cx="12188952" cy="839959"/>
          </a:xfrm>
          <a:custGeom>
            <a:avLst/>
            <a:gdLst/>
            <a:ahLst/>
            <a:cxnLst/>
            <a:rect l="l" t="t" r="r" b="b"/>
            <a:pathLst>
              <a:path w="21600" h="21600" extrusionOk="0">
                <a:moveTo>
                  <a:pt x="17091" y="0"/>
                </a:moveTo>
                <a:cubicBezTo>
                  <a:pt x="16950" y="0"/>
                  <a:pt x="16819" y="1095"/>
                  <a:pt x="16748" y="2888"/>
                </a:cubicBezTo>
                <a:lnTo>
                  <a:pt x="16401" y="11964"/>
                </a:lnTo>
                <a:cubicBezTo>
                  <a:pt x="16342" y="13428"/>
                  <a:pt x="16235" y="14345"/>
                  <a:pt x="16118" y="14345"/>
                </a:cubicBezTo>
                <a:lnTo>
                  <a:pt x="0" y="14345"/>
                </a:lnTo>
                <a:lnTo>
                  <a:pt x="0" y="21600"/>
                </a:lnTo>
                <a:lnTo>
                  <a:pt x="21595" y="21600"/>
                </a:lnTo>
                <a:lnTo>
                  <a:pt x="21595" y="14345"/>
                </a:lnTo>
                <a:lnTo>
                  <a:pt x="21600" y="14"/>
                </a:lnTo>
                <a:lnTo>
                  <a:pt x="17091" y="14"/>
                </a:lnTo>
                <a:close/>
              </a:path>
            </a:pathLst>
          </a:custGeom>
          <a:solidFill>
            <a:srgbClr val="49CEEF"/>
          </a:solidFill>
          <a:ln>
            <a:noFill/>
          </a:ln>
        </p:spPr>
        <p:txBody>
          <a:bodyPr spcFirstLastPara="1" wrap="square" lIns="38100" tIns="38100" rIns="38100" bIns="381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 name="Google Shape;104;p20"/>
          <p:cNvSpPr>
            <a:spLocks noGrp="1"/>
          </p:cNvSpPr>
          <p:nvPr>
            <p:ph type="pic" idx="2"/>
          </p:nvPr>
        </p:nvSpPr>
        <p:spPr>
          <a:xfrm>
            <a:off x="8025714" y="1"/>
            <a:ext cx="4166287" cy="5016843"/>
          </a:xfrm>
          <a:prstGeom prst="rect">
            <a:avLst/>
          </a:prstGeom>
          <a:noFill/>
          <a:ln>
            <a:noFill/>
          </a:ln>
        </p:spPr>
      </p:sp>
      <p:sp>
        <p:nvSpPr>
          <p:cNvPr id="105" name="Google Shape;105;p20"/>
          <p:cNvSpPr txBox="1">
            <a:spLocks noGrp="1"/>
          </p:cNvSpPr>
          <p:nvPr>
            <p:ph type="title"/>
          </p:nvPr>
        </p:nvSpPr>
        <p:spPr>
          <a:xfrm>
            <a:off x="838200" y="365125"/>
            <a:ext cx="718751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20"/>
          <p:cNvSpPr txBox="1">
            <a:spLocks noGrp="1"/>
          </p:cNvSpPr>
          <p:nvPr>
            <p:ph type="dt" idx="10"/>
          </p:nvPr>
        </p:nvSpPr>
        <p:spPr>
          <a:xfrm>
            <a:off x="838200" y="618866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0"/>
          <p:cNvSpPr txBox="1">
            <a:spLocks noGrp="1"/>
          </p:cNvSpPr>
          <p:nvPr>
            <p:ph type="ftr" idx="11"/>
          </p:nvPr>
        </p:nvSpPr>
        <p:spPr>
          <a:xfrm>
            <a:off x="4038600" y="6188669"/>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0"/>
          <p:cNvSpPr txBox="1">
            <a:spLocks noGrp="1"/>
          </p:cNvSpPr>
          <p:nvPr>
            <p:ph type="sldNum" idx="12"/>
          </p:nvPr>
        </p:nvSpPr>
        <p:spPr>
          <a:xfrm>
            <a:off x="8610600" y="6188669"/>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3F3F3F"/>
                </a:solidFill>
                <a:latin typeface="Calibri"/>
                <a:ea typeface="Calibri"/>
                <a:cs typeface="Calibri"/>
                <a:sym typeface="Calibri"/>
              </a:defRPr>
            </a:lvl1pPr>
            <a:lvl2pPr marL="0" lvl="1" indent="0" algn="r">
              <a:spcBef>
                <a:spcPts val="0"/>
              </a:spcBef>
              <a:buNone/>
              <a:defRPr sz="1200" b="0" i="0" u="none" strike="noStrike" cap="none">
                <a:solidFill>
                  <a:srgbClr val="3F3F3F"/>
                </a:solidFill>
                <a:latin typeface="Calibri"/>
                <a:ea typeface="Calibri"/>
                <a:cs typeface="Calibri"/>
                <a:sym typeface="Calibri"/>
              </a:defRPr>
            </a:lvl2pPr>
            <a:lvl3pPr marL="0" lvl="2" indent="0" algn="r">
              <a:spcBef>
                <a:spcPts val="0"/>
              </a:spcBef>
              <a:buNone/>
              <a:defRPr sz="1200" b="0" i="0" u="none" strike="noStrike" cap="none">
                <a:solidFill>
                  <a:srgbClr val="3F3F3F"/>
                </a:solidFill>
                <a:latin typeface="Calibri"/>
                <a:ea typeface="Calibri"/>
                <a:cs typeface="Calibri"/>
                <a:sym typeface="Calibri"/>
              </a:defRPr>
            </a:lvl3pPr>
            <a:lvl4pPr marL="0" lvl="3" indent="0" algn="r">
              <a:spcBef>
                <a:spcPts val="0"/>
              </a:spcBef>
              <a:buNone/>
              <a:defRPr sz="1200" b="0" i="0" u="none" strike="noStrike" cap="none">
                <a:solidFill>
                  <a:srgbClr val="3F3F3F"/>
                </a:solidFill>
                <a:latin typeface="Calibri"/>
                <a:ea typeface="Calibri"/>
                <a:cs typeface="Calibri"/>
                <a:sym typeface="Calibri"/>
              </a:defRPr>
            </a:lvl4pPr>
            <a:lvl5pPr marL="0" lvl="4" indent="0" algn="r">
              <a:spcBef>
                <a:spcPts val="0"/>
              </a:spcBef>
              <a:buNone/>
              <a:defRPr sz="1200" b="0" i="0" u="none" strike="noStrike" cap="none">
                <a:solidFill>
                  <a:srgbClr val="3F3F3F"/>
                </a:solidFill>
                <a:latin typeface="Calibri"/>
                <a:ea typeface="Calibri"/>
                <a:cs typeface="Calibri"/>
                <a:sym typeface="Calibri"/>
              </a:defRPr>
            </a:lvl5pPr>
            <a:lvl6pPr marL="0" lvl="5" indent="0" algn="r">
              <a:spcBef>
                <a:spcPts val="0"/>
              </a:spcBef>
              <a:buNone/>
              <a:defRPr sz="1200" b="0" i="0" u="none" strike="noStrike" cap="none">
                <a:solidFill>
                  <a:srgbClr val="3F3F3F"/>
                </a:solidFill>
                <a:latin typeface="Calibri"/>
                <a:ea typeface="Calibri"/>
                <a:cs typeface="Calibri"/>
                <a:sym typeface="Calibri"/>
              </a:defRPr>
            </a:lvl6pPr>
            <a:lvl7pPr marL="0" lvl="6" indent="0" algn="r">
              <a:spcBef>
                <a:spcPts val="0"/>
              </a:spcBef>
              <a:buNone/>
              <a:defRPr sz="1200" b="0" i="0" u="none" strike="noStrike" cap="none">
                <a:solidFill>
                  <a:srgbClr val="3F3F3F"/>
                </a:solidFill>
                <a:latin typeface="Calibri"/>
                <a:ea typeface="Calibri"/>
                <a:cs typeface="Calibri"/>
                <a:sym typeface="Calibri"/>
              </a:defRPr>
            </a:lvl7pPr>
            <a:lvl8pPr marL="0" lvl="7" indent="0" algn="r">
              <a:spcBef>
                <a:spcPts val="0"/>
              </a:spcBef>
              <a:buNone/>
              <a:defRPr sz="1200" b="0" i="0" u="none" strike="noStrike" cap="none">
                <a:solidFill>
                  <a:srgbClr val="3F3F3F"/>
                </a:solidFill>
                <a:latin typeface="Calibri"/>
                <a:ea typeface="Calibri"/>
                <a:cs typeface="Calibri"/>
                <a:sym typeface="Calibri"/>
              </a:defRPr>
            </a:lvl8pPr>
            <a:lvl9pPr marL="0" lvl="8" indent="0" algn="r">
              <a:spcBef>
                <a:spcPts val="0"/>
              </a:spcBef>
              <a:buNone/>
              <a:defRPr sz="1200" b="0" i="0" u="none" strike="noStrike" cap="none">
                <a:solidFill>
                  <a:srgbClr val="3F3F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3F3F3F"/>
              </a:buClr>
              <a:buSzPts val="4400"/>
              <a:buFont typeface="Calibri"/>
              <a:buNone/>
              <a:defRPr sz="4400" b="1"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8"/>
          <p:cNvSpPr/>
          <p:nvPr/>
        </p:nvSpPr>
        <p:spPr>
          <a:xfrm rot="5400000">
            <a:off x="11604686" y="5799924"/>
            <a:ext cx="1839158"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dirty="0" smtClean="0">
                <a:solidFill>
                  <a:srgbClr val="000000"/>
                </a:solidFill>
                <a:latin typeface="Calibri"/>
                <a:ea typeface="Calibri"/>
                <a:cs typeface="Calibri"/>
                <a:sym typeface="Calibri"/>
              </a:rPr>
              <a:t>© Copyright Showeet.com</a:t>
            </a:r>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5" r:id="rId3"/>
    <p:sldLayoutId id="2147483656" r:id="rId4"/>
    <p:sldLayoutId id="2147483657" r:id="rId5"/>
    <p:sldLayoutId id="2147483658" r:id="rId6"/>
    <p:sldLayoutId id="2147483659" r:id="rId7"/>
    <p:sldLayoutId id="2147483660"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5" name="Google Shape;115;p1"/>
          <p:cNvSpPr txBox="1">
            <a:spLocks noGrp="1"/>
          </p:cNvSpPr>
          <p:nvPr>
            <p:ph type="subTitle" idx="1"/>
          </p:nvPr>
        </p:nvSpPr>
        <p:spPr>
          <a:xfrm>
            <a:off x="0" y="5830283"/>
            <a:ext cx="5483134" cy="431493"/>
          </a:xfrm>
          <a:prstGeom prst="rect">
            <a:avLst/>
          </a:prstGeom>
          <a:noFill/>
          <a:ln>
            <a:noFill/>
          </a:ln>
        </p:spPr>
        <p:txBody>
          <a:bodyPr spcFirstLastPara="1" wrap="square" lIns="91425" tIns="45700" rIns="91425" bIns="45700" anchor="ctr" anchorCtr="0">
            <a:noAutofit/>
          </a:bodyPr>
          <a:lstStyle/>
          <a:p>
            <a:pPr marL="0" lvl="0" indent="0" algn="l">
              <a:lnSpc>
                <a:spcPct val="100000"/>
              </a:lnSpc>
              <a:spcBef>
                <a:spcPts val="0"/>
              </a:spcBef>
              <a:buSzPts val="2000"/>
            </a:pPr>
            <a:r>
              <a:rPr lang="en-US" dirty="0" smtClean="0">
                <a:solidFill>
                  <a:srgbClr val="FFFFFF"/>
                </a:solidFill>
              </a:rPr>
              <a:t>Muhammad </a:t>
            </a:r>
            <a:r>
              <a:rPr lang="en-US" dirty="0" err="1" smtClean="0">
                <a:solidFill>
                  <a:srgbClr val="FFFFFF"/>
                </a:solidFill>
              </a:rPr>
              <a:t>Isnawan</a:t>
            </a:r>
            <a:r>
              <a:rPr lang="en-US" dirty="0" smtClean="0">
                <a:solidFill>
                  <a:srgbClr val="FFFFFF"/>
                </a:solidFill>
              </a:rPr>
              <a:t> </a:t>
            </a:r>
            <a:r>
              <a:rPr lang="en-US" dirty="0" err="1" smtClean="0">
                <a:solidFill>
                  <a:srgbClr val="FFFFFF"/>
                </a:solidFill>
              </a:rPr>
              <a:t>Syafir</a:t>
            </a:r>
            <a:r>
              <a:rPr lang="en-US" dirty="0" smtClean="0">
                <a:solidFill>
                  <a:srgbClr val="FFFFFF"/>
                </a:solidFill>
              </a:rPr>
              <a:t>, </a:t>
            </a:r>
            <a:r>
              <a:rPr lang="en-US" dirty="0" err="1" smtClean="0">
                <a:solidFill>
                  <a:srgbClr val="FFFFFF"/>
                </a:solidFill>
              </a:rPr>
              <a:t>S.Pd</a:t>
            </a:r>
            <a:r>
              <a:rPr lang="en-US" dirty="0" smtClean="0">
                <a:solidFill>
                  <a:srgbClr val="FFFFFF"/>
                </a:solidFill>
              </a:rPr>
              <a:t>., </a:t>
            </a:r>
            <a:r>
              <a:rPr lang="en-US" dirty="0" err="1" smtClean="0">
                <a:solidFill>
                  <a:srgbClr val="FFFFFF"/>
                </a:solidFill>
              </a:rPr>
              <a:t>M.Pd</a:t>
            </a:r>
            <a:r>
              <a:rPr lang="en-US" dirty="0" smtClean="0">
                <a:solidFill>
                  <a:srgbClr val="FFFFFF"/>
                </a:solidFill>
              </a:rPr>
              <a:t>.</a:t>
            </a:r>
            <a:endParaRPr lang="en-US" dirty="0">
              <a:solidFill>
                <a:srgbClr val="FFFFFF"/>
              </a:solidFill>
            </a:endParaRPr>
          </a:p>
        </p:txBody>
      </p:sp>
      <p:pic>
        <p:nvPicPr>
          <p:cNvPr id="117" name="Google Shape;117;p1"/>
          <p:cNvPicPr preferRelativeResize="0"/>
          <p:nvPr/>
        </p:nvPicPr>
        <p:blipFill rotWithShape="1">
          <a:blip r:embed="rId3">
            <a:alphaModFix/>
          </a:blip>
          <a:srcRect/>
          <a:stretch/>
        </p:blipFill>
        <p:spPr>
          <a:xfrm>
            <a:off x="8611213" y="769136"/>
            <a:ext cx="2015342" cy="766815"/>
          </a:xfrm>
          <a:prstGeom prst="rect">
            <a:avLst/>
          </a:prstGeom>
          <a:noFill/>
          <a:ln>
            <a:noFill/>
          </a:ln>
        </p:spPr>
      </p:pic>
      <p:pic>
        <p:nvPicPr>
          <p:cNvPr id="118" name="Google Shape;118;p1"/>
          <p:cNvPicPr preferRelativeResize="0"/>
          <p:nvPr/>
        </p:nvPicPr>
        <p:blipFill rotWithShape="1">
          <a:blip r:embed="rId4">
            <a:alphaModFix/>
          </a:blip>
          <a:srcRect/>
          <a:stretch/>
        </p:blipFill>
        <p:spPr>
          <a:xfrm>
            <a:off x="10626554" y="879097"/>
            <a:ext cx="1402770" cy="613057"/>
          </a:xfrm>
          <a:prstGeom prst="rect">
            <a:avLst/>
          </a:prstGeom>
          <a:noFill/>
          <a:ln>
            <a:noFill/>
          </a:ln>
        </p:spPr>
      </p:pic>
      <p:sp>
        <p:nvSpPr>
          <p:cNvPr id="121" name="Google Shape;121;p1"/>
          <p:cNvSpPr txBox="1"/>
          <p:nvPr/>
        </p:nvSpPr>
        <p:spPr>
          <a:xfrm>
            <a:off x="242050" y="2803825"/>
            <a:ext cx="9066900" cy="1292631"/>
          </a:xfrm>
          <a:prstGeom prst="rect">
            <a:avLst/>
          </a:prstGeom>
          <a:noFill/>
          <a:ln>
            <a:noFill/>
          </a:ln>
        </p:spPr>
        <p:txBody>
          <a:bodyPr spcFirstLastPara="1" wrap="square" lIns="91425" tIns="91425" rIns="91425" bIns="91425" anchor="t" anchorCtr="0">
            <a:spAutoFit/>
          </a:bodyPr>
          <a:lstStyle/>
          <a:p>
            <a:r>
              <a:rPr lang="en-US" sz="3600" b="1" dirty="0" smtClean="0"/>
              <a:t>P</a:t>
            </a:r>
            <a:r>
              <a:rPr lang="id-ID" sz="3600" b="1" dirty="0" smtClean="0"/>
              <a:t>ERTUMBUHAN DAN PERKEMBANGAN FISIK</a:t>
            </a:r>
            <a:endParaRPr lang="en-US" sz="3600" dirty="0"/>
          </a:p>
        </p:txBody>
      </p:sp>
      <p:pic>
        <p:nvPicPr>
          <p:cNvPr id="11" name="Picture 10"/>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42079"/>
            <a:ext cx="7697308" cy="1027919"/>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title"/>
          </p:nvPr>
        </p:nvSpPr>
        <p:spPr>
          <a:xfrm>
            <a:off x="0" y="380303"/>
            <a:ext cx="6687403"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F3F3F"/>
              </a:buClr>
              <a:buSzPts val="4400"/>
              <a:buFont typeface="Calibri"/>
              <a:buNone/>
            </a:pPr>
            <a:r>
              <a:rPr lang="id-ID" dirty="0" smtClean="0"/>
              <a:t>PEMBAGIAN MASA-MASA PERKEMBANGAN</a:t>
            </a:r>
            <a:endParaRPr dirty="0">
              <a:solidFill>
                <a:srgbClr val="3F3F3F"/>
              </a:solidFill>
            </a:endParaRPr>
          </a:p>
        </p:txBody>
      </p:sp>
      <p:pic>
        <p:nvPicPr>
          <p:cNvPr id="17" name="Picture 16"/>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74508" y="69069"/>
            <a:ext cx="4413472" cy="495736"/>
          </a:xfrm>
          <a:prstGeom prst="rect">
            <a:avLst/>
          </a:prstGeom>
        </p:spPr>
      </p:pic>
      <p:sp>
        <p:nvSpPr>
          <p:cNvPr id="2" name="Rectangle 1"/>
          <p:cNvSpPr/>
          <p:nvPr/>
        </p:nvSpPr>
        <p:spPr>
          <a:xfrm>
            <a:off x="244900" y="2126903"/>
            <a:ext cx="8556199" cy="1938992"/>
          </a:xfrm>
          <a:prstGeom prst="rect">
            <a:avLst/>
          </a:prstGeom>
        </p:spPr>
        <p:txBody>
          <a:bodyPr wrap="square">
            <a:spAutoFit/>
          </a:bodyPr>
          <a:lstStyle/>
          <a:p>
            <a:pPr algn="just"/>
            <a:r>
              <a:rPr lang="en-US" sz="2000" dirty="0" err="1" smtClean="0"/>
              <a:t>seperti</a:t>
            </a:r>
            <a:r>
              <a:rPr lang="en-US" sz="2000" dirty="0" smtClean="0"/>
              <a:t> yang </a:t>
            </a:r>
            <a:r>
              <a:rPr lang="en-US" sz="2000" dirty="0" err="1" smtClean="0"/>
              <a:t>dikemukakan</a:t>
            </a:r>
            <a:r>
              <a:rPr lang="en-US" sz="2000" dirty="0" smtClean="0"/>
              <a:t> </a:t>
            </a:r>
            <a:r>
              <a:rPr lang="en-US" sz="2000" dirty="0" err="1" smtClean="0"/>
              <a:t>oleh</a:t>
            </a:r>
            <a:r>
              <a:rPr lang="en-US" sz="2000" dirty="0" smtClean="0"/>
              <a:t> Harvey A.</a:t>
            </a:r>
            <a:r>
              <a:rPr lang="id-ID" sz="2000" dirty="0" smtClean="0"/>
              <a:t> </a:t>
            </a:r>
            <a:r>
              <a:rPr lang="en-US" sz="2000" dirty="0" err="1" smtClean="0"/>
              <a:t>Tilker</a:t>
            </a:r>
            <a:r>
              <a:rPr lang="en-US" sz="2000" dirty="0" smtClean="0"/>
              <a:t>, PhD </a:t>
            </a:r>
            <a:r>
              <a:rPr lang="en-US" sz="2000" dirty="0" err="1" smtClean="0"/>
              <a:t>dalam</a:t>
            </a:r>
            <a:r>
              <a:rPr lang="en-US" sz="2000" dirty="0" smtClean="0"/>
              <a:t> "</a:t>
            </a:r>
            <a:r>
              <a:rPr lang="en-US" sz="2000" dirty="0" err="1" smtClean="0"/>
              <a:t>Developm</a:t>
            </a:r>
            <a:r>
              <a:rPr lang="id-ID" sz="2000" dirty="0"/>
              <a:t>e</a:t>
            </a:r>
            <a:r>
              <a:rPr lang="en-US" sz="2000" dirty="0" err="1" smtClean="0"/>
              <a:t>ntal</a:t>
            </a:r>
            <a:r>
              <a:rPr lang="en-US" sz="2000" dirty="0" smtClean="0"/>
              <a:t> </a:t>
            </a:r>
            <a:r>
              <a:rPr lang="en-US" sz="2000" dirty="0" err="1" smtClean="0"/>
              <a:t>Psycology</a:t>
            </a:r>
            <a:r>
              <a:rPr lang="en-US" sz="2000" dirty="0" smtClean="0"/>
              <a:t> to day" (1975) </a:t>
            </a:r>
            <a:r>
              <a:rPr lang="en-US" sz="2000" dirty="0" err="1" smtClean="0"/>
              <a:t>dan</a:t>
            </a:r>
            <a:r>
              <a:rPr lang="en-US" sz="2000" dirty="0" smtClean="0"/>
              <a:t> Elizabeth B. Hurlock </a:t>
            </a:r>
            <a:r>
              <a:rPr lang="en-US" sz="2000" dirty="0" err="1" smtClean="0"/>
              <a:t>dalam</a:t>
            </a:r>
            <a:r>
              <a:rPr lang="id-ID" sz="2000" dirty="0" smtClean="0"/>
              <a:t> </a:t>
            </a:r>
            <a:r>
              <a:rPr lang="en-US" sz="2000" dirty="0" smtClean="0"/>
              <a:t>"Developmental </a:t>
            </a:r>
            <a:r>
              <a:rPr lang="en-US" sz="2000" dirty="0" err="1" smtClean="0"/>
              <a:t>Psycology</a:t>
            </a:r>
            <a:r>
              <a:rPr lang="en-US" sz="2000" dirty="0" smtClean="0"/>
              <a:t>" (1980) </a:t>
            </a:r>
            <a:r>
              <a:rPr lang="en-US" sz="2000" dirty="0" err="1" smtClean="0"/>
              <a:t>tampak</a:t>
            </a:r>
            <a:r>
              <a:rPr lang="en-US" sz="2000" dirty="0" smtClean="0"/>
              <a:t> </a:t>
            </a:r>
            <a:r>
              <a:rPr lang="en-US" sz="2000" dirty="0" err="1" smtClean="0"/>
              <a:t>sudah</a:t>
            </a:r>
            <a:r>
              <a:rPr lang="en-US" sz="2000" dirty="0" smtClean="0"/>
              <a:t> </a:t>
            </a:r>
            <a:r>
              <a:rPr lang="en-US" sz="2000" dirty="0" err="1" smtClean="0"/>
              <a:t>lengkap</a:t>
            </a:r>
            <a:r>
              <a:rPr lang="en-US" sz="2000" dirty="0" smtClean="0"/>
              <a:t> </a:t>
            </a:r>
            <a:r>
              <a:rPr lang="en-US" sz="2000" dirty="0" err="1" smtClean="0"/>
              <a:t>mencakup</a:t>
            </a:r>
            <a:r>
              <a:rPr lang="en-US" sz="2000" dirty="0" smtClean="0"/>
              <a:t> </a:t>
            </a:r>
            <a:r>
              <a:rPr lang="en-US" sz="2000" dirty="0" err="1" smtClean="0"/>
              <a:t>sepanjang</a:t>
            </a:r>
            <a:r>
              <a:rPr lang="en-US" sz="2000" dirty="0" smtClean="0"/>
              <a:t> </a:t>
            </a:r>
            <a:r>
              <a:rPr lang="en-US" sz="2000" dirty="0" err="1" smtClean="0"/>
              <a:t>hidup</a:t>
            </a:r>
            <a:r>
              <a:rPr lang="en-US" sz="2000" dirty="0" smtClean="0"/>
              <a:t> </a:t>
            </a:r>
            <a:r>
              <a:rPr lang="en-US" sz="2000" dirty="0" err="1" smtClean="0"/>
              <a:t>manusia</a:t>
            </a:r>
            <a:r>
              <a:rPr lang="en-US" sz="2000" dirty="0" smtClean="0"/>
              <a:t> </a:t>
            </a:r>
            <a:r>
              <a:rPr lang="en-US" sz="2000" dirty="0" err="1" smtClean="0"/>
              <a:t>sesuai</a:t>
            </a:r>
            <a:r>
              <a:rPr lang="en-US" sz="2000" dirty="0" smtClean="0"/>
              <a:t> </a:t>
            </a:r>
            <a:r>
              <a:rPr lang="en-US" sz="2000" dirty="0" err="1" smtClean="0"/>
              <a:t>dengan</a:t>
            </a:r>
            <a:r>
              <a:rPr lang="en-US" sz="2000" dirty="0" smtClean="0"/>
              <a:t> </a:t>
            </a:r>
            <a:r>
              <a:rPr lang="en-US" sz="2000" dirty="0" err="1" smtClean="0"/>
              <a:t>hakikat</a:t>
            </a:r>
            <a:r>
              <a:rPr lang="en-US" sz="2000" dirty="0" smtClean="0"/>
              <a:t> </a:t>
            </a:r>
            <a:r>
              <a:rPr lang="en-US" sz="2000" dirty="0" err="1" smtClean="0"/>
              <a:t>perkembangan</a:t>
            </a:r>
            <a:r>
              <a:rPr lang="en-US" sz="2000" dirty="0" smtClean="0"/>
              <a:t> </a:t>
            </a:r>
            <a:r>
              <a:rPr lang="en-US" sz="2000" dirty="0" err="1" smtClean="0"/>
              <a:t>manusia</a:t>
            </a:r>
            <a:r>
              <a:rPr lang="en-US" sz="2000" dirty="0" smtClean="0"/>
              <a:t> yang </a:t>
            </a:r>
            <a:r>
              <a:rPr lang="en-US" sz="2000" dirty="0" err="1" smtClean="0"/>
              <a:t>berlangsung</a:t>
            </a:r>
            <a:r>
              <a:rPr lang="en-US" sz="2000" dirty="0" smtClean="0"/>
              <a:t> </a:t>
            </a:r>
            <a:r>
              <a:rPr lang="id-ID" sz="2000" dirty="0" smtClean="0"/>
              <a:t>s</a:t>
            </a:r>
            <a:r>
              <a:rPr lang="en-US" sz="2000" dirty="0" err="1" smtClean="0"/>
              <a:t>ejak</a:t>
            </a:r>
            <a:r>
              <a:rPr lang="en-US" sz="2000" dirty="0" smtClean="0"/>
              <a:t> </a:t>
            </a:r>
            <a:r>
              <a:rPr lang="en-US" sz="2000" dirty="0" err="1" smtClean="0"/>
              <a:t>konsepsi</a:t>
            </a:r>
            <a:r>
              <a:rPr lang="en-US" sz="2000" dirty="0" smtClean="0"/>
              <a:t> </a:t>
            </a:r>
            <a:r>
              <a:rPr lang="en-US" sz="2000" dirty="0" err="1" smtClean="0"/>
              <a:t>sampai</a:t>
            </a:r>
            <a:r>
              <a:rPr lang="en-US" sz="2000" dirty="0" smtClean="0"/>
              <a:t> </a:t>
            </a:r>
            <a:r>
              <a:rPr lang="en-US" sz="2000" dirty="0" err="1" smtClean="0"/>
              <a:t>mati</a:t>
            </a:r>
            <a:r>
              <a:rPr lang="id-ID" sz="2000" dirty="0" smtClean="0"/>
              <a:t> </a:t>
            </a:r>
            <a:r>
              <a:rPr lang="en-US" sz="2000" dirty="0" err="1" smtClean="0"/>
              <a:t>dengan</a:t>
            </a:r>
            <a:r>
              <a:rPr lang="en-US" sz="2000" dirty="0" smtClean="0"/>
              <a:t> </a:t>
            </a:r>
            <a:r>
              <a:rPr lang="en-US" sz="2000" dirty="0" err="1" smtClean="0"/>
              <a:t>pembagian</a:t>
            </a:r>
            <a:r>
              <a:rPr lang="en-US" sz="2000" dirty="0" smtClean="0"/>
              <a:t> </a:t>
            </a:r>
            <a:r>
              <a:rPr lang="en-US" sz="2000" dirty="0" err="1" smtClean="0"/>
              <a:t>periodisasinya</a:t>
            </a:r>
            <a:r>
              <a:rPr lang="en-US" sz="2000" dirty="0" smtClean="0"/>
              <a:t> </a:t>
            </a:r>
            <a:r>
              <a:rPr lang="en-US" sz="2000" dirty="0" err="1" smtClean="0"/>
              <a:t>sebagai</a:t>
            </a:r>
            <a:r>
              <a:rPr lang="id-ID" sz="2000" dirty="0" smtClean="0"/>
              <a:t> </a:t>
            </a:r>
            <a:r>
              <a:rPr lang="en-US" sz="2000" dirty="0" err="1" smtClean="0"/>
              <a:t>berikut</a:t>
            </a:r>
            <a:r>
              <a:rPr lang="id-ID" sz="2000" dirty="0" smtClean="0"/>
              <a:t> </a:t>
            </a:r>
            <a:r>
              <a:rPr lang="en-US" sz="2000" dirty="0" smtClean="0"/>
              <a:t>:</a:t>
            </a:r>
            <a:endParaRPr lang="en-US" sz="2000" dirty="0"/>
          </a:p>
        </p:txBody>
      </p:sp>
      <p:pic>
        <p:nvPicPr>
          <p:cNvPr id="9" name="Picture 8"/>
          <p:cNvPicPr>
            <a:picLocks noChangeAspect="1"/>
          </p:cNvPicPr>
          <p:nvPr/>
        </p:nvPicPr>
        <p:blipFill>
          <a:blip r:embed="rId4">
            <a:extLst>
              <a:ext uri="{BEBA8EAE-BF5A-486C-A8C5-ECC9F3942E4B}">
                <a14:imgProps xmlns:a14="http://schemas.microsoft.com/office/drawing/2010/main">
                  <a14:imgLayer r:embed="rId5">
                    <a14:imgEffect>
                      <a14:backgroundRemoval t="0" b="100000" l="10000" r="90000"/>
                    </a14:imgEffect>
                  </a14:imgLayer>
                </a14:imgProps>
              </a:ext>
              <a:ext uri="{28A0092B-C50C-407E-A947-70E740481C1C}">
                <a14:useLocalDpi xmlns:a14="http://schemas.microsoft.com/office/drawing/2010/main" val="0"/>
              </a:ext>
            </a:extLst>
          </a:blip>
          <a:stretch>
            <a:fillRect/>
          </a:stretch>
        </p:blipFill>
        <p:spPr>
          <a:xfrm>
            <a:off x="9646163" y="1489896"/>
            <a:ext cx="2341817" cy="5151997"/>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title"/>
          </p:nvPr>
        </p:nvSpPr>
        <p:spPr>
          <a:xfrm>
            <a:off x="0" y="380303"/>
            <a:ext cx="6687403"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F3F3F"/>
              </a:buClr>
              <a:buSzPts val="4400"/>
              <a:buFont typeface="Calibri"/>
              <a:buNone/>
            </a:pPr>
            <a:r>
              <a:rPr lang="id-ID" dirty="0" smtClean="0"/>
              <a:t>PEMBAGIAN MASA-MASA PERKEMBANGAN</a:t>
            </a:r>
            <a:endParaRPr dirty="0">
              <a:solidFill>
                <a:srgbClr val="3F3F3F"/>
              </a:solidFill>
            </a:endParaRPr>
          </a:p>
        </p:txBody>
      </p:sp>
      <p:pic>
        <p:nvPicPr>
          <p:cNvPr id="17" name="Picture 16"/>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74508" y="69069"/>
            <a:ext cx="4413472" cy="495736"/>
          </a:xfrm>
          <a:prstGeom prst="rect">
            <a:avLst/>
          </a:prstGeom>
        </p:spPr>
      </p:pic>
      <p:pic>
        <p:nvPicPr>
          <p:cNvPr id="9" name="Picture 8"/>
          <p:cNvPicPr>
            <a:picLocks noChangeAspect="1"/>
          </p:cNvPicPr>
          <p:nvPr/>
        </p:nvPicPr>
        <p:blipFill>
          <a:blip r:embed="rId4">
            <a:extLst>
              <a:ext uri="{BEBA8EAE-BF5A-486C-A8C5-ECC9F3942E4B}">
                <a14:imgProps xmlns:a14="http://schemas.microsoft.com/office/drawing/2010/main">
                  <a14:imgLayer r:embed="rId5">
                    <a14:imgEffect>
                      <a14:backgroundRemoval t="0" b="100000" l="10000" r="90000"/>
                    </a14:imgEffect>
                  </a14:imgLayer>
                </a14:imgProps>
              </a:ext>
              <a:ext uri="{28A0092B-C50C-407E-A947-70E740481C1C}">
                <a14:useLocalDpi xmlns:a14="http://schemas.microsoft.com/office/drawing/2010/main" val="0"/>
              </a:ext>
            </a:extLst>
          </a:blip>
          <a:stretch>
            <a:fillRect/>
          </a:stretch>
        </p:blipFill>
        <p:spPr>
          <a:xfrm>
            <a:off x="9646163" y="1489896"/>
            <a:ext cx="2341817" cy="5151997"/>
          </a:xfrm>
          <a:prstGeom prst="rect">
            <a:avLst/>
          </a:prstGeom>
        </p:spPr>
      </p:pic>
      <p:sp>
        <p:nvSpPr>
          <p:cNvPr id="3" name="Rectangle 2"/>
          <p:cNvSpPr/>
          <p:nvPr/>
        </p:nvSpPr>
        <p:spPr>
          <a:xfrm>
            <a:off x="295701" y="2311281"/>
            <a:ext cx="4365200" cy="369332"/>
          </a:xfrm>
          <a:prstGeom prst="rect">
            <a:avLst/>
          </a:prstGeom>
        </p:spPr>
        <p:txBody>
          <a:bodyPr wrap="square">
            <a:spAutoFit/>
          </a:bodyPr>
          <a:lstStyle/>
          <a:p>
            <a:pPr marL="342900" indent="-342900" algn="just">
              <a:buAutoNum type="arabicPeriod"/>
            </a:pPr>
            <a:r>
              <a:rPr lang="en-US" sz="1800" dirty="0" err="1" smtClean="0"/>
              <a:t>Masa</a:t>
            </a:r>
            <a:r>
              <a:rPr lang="en-US" sz="1800" dirty="0" smtClean="0"/>
              <a:t> </a:t>
            </a:r>
            <a:r>
              <a:rPr lang="en-US" sz="1800" dirty="0" err="1" smtClean="0"/>
              <a:t>Sebelum</a:t>
            </a:r>
            <a:r>
              <a:rPr lang="en-US" sz="1800" dirty="0" smtClean="0"/>
              <a:t> </a:t>
            </a:r>
            <a:r>
              <a:rPr lang="en-US" sz="1800" dirty="0" err="1" smtClean="0"/>
              <a:t>lahir</a:t>
            </a:r>
            <a:r>
              <a:rPr lang="en-US" sz="1800" dirty="0" smtClean="0"/>
              <a:t> (Prenatal Period)</a:t>
            </a:r>
            <a:endParaRPr lang="id-ID" sz="1800" dirty="0" smtClean="0"/>
          </a:p>
        </p:txBody>
      </p:sp>
      <p:sp>
        <p:nvSpPr>
          <p:cNvPr id="4" name="Rectangle 3"/>
          <p:cNvSpPr/>
          <p:nvPr/>
        </p:nvSpPr>
        <p:spPr>
          <a:xfrm>
            <a:off x="1341648" y="3042094"/>
            <a:ext cx="7903951" cy="2862322"/>
          </a:xfrm>
          <a:prstGeom prst="rect">
            <a:avLst/>
          </a:prstGeom>
        </p:spPr>
        <p:txBody>
          <a:bodyPr wrap="square">
            <a:spAutoFit/>
          </a:bodyPr>
          <a:lstStyle/>
          <a:p>
            <a:pPr algn="just"/>
            <a:r>
              <a:rPr lang="en-US" sz="1800" dirty="0" err="1" smtClean="0"/>
              <a:t>Masa</a:t>
            </a:r>
            <a:r>
              <a:rPr lang="en-US" sz="1800" dirty="0" smtClean="0"/>
              <a:t> </a:t>
            </a:r>
            <a:r>
              <a:rPr lang="en-US" sz="1800" dirty="0" err="1" smtClean="0"/>
              <a:t>ini</a:t>
            </a:r>
            <a:r>
              <a:rPr lang="en-US" sz="1800" dirty="0" smtClean="0"/>
              <a:t> </a:t>
            </a:r>
            <a:r>
              <a:rPr lang="en-US" sz="1800" dirty="0" err="1" smtClean="0"/>
              <a:t>berlangsung</a:t>
            </a:r>
            <a:r>
              <a:rPr lang="en-US" sz="1800" dirty="0" smtClean="0"/>
              <a:t> </a:t>
            </a:r>
            <a:r>
              <a:rPr lang="en-US" sz="1800" dirty="0" err="1" smtClean="0"/>
              <a:t>sejak</a:t>
            </a:r>
            <a:r>
              <a:rPr lang="en-US" sz="1800" dirty="0" smtClean="0"/>
              <a:t> </a:t>
            </a:r>
            <a:r>
              <a:rPr lang="en-US" sz="1800" dirty="0" err="1" smtClean="0"/>
              <a:t>terjadinya</a:t>
            </a:r>
            <a:r>
              <a:rPr lang="en-US" sz="1800" dirty="0" smtClean="0"/>
              <a:t> </a:t>
            </a:r>
            <a:r>
              <a:rPr lang="en-US" sz="1800" dirty="0" err="1" smtClean="0"/>
              <a:t>konsepsi</a:t>
            </a:r>
            <a:r>
              <a:rPr lang="en-US" sz="1800" dirty="0" smtClean="0"/>
              <a:t> </a:t>
            </a:r>
            <a:r>
              <a:rPr lang="en-US" sz="1800" dirty="0" err="1" smtClean="0"/>
              <a:t>atau</a:t>
            </a:r>
            <a:r>
              <a:rPr lang="en-US" sz="1800" dirty="0" smtClean="0"/>
              <a:t> </a:t>
            </a:r>
            <a:r>
              <a:rPr lang="en-US" sz="1800" dirty="0" err="1" smtClean="0"/>
              <a:t>pertemuan</a:t>
            </a:r>
            <a:r>
              <a:rPr lang="en-US" sz="1800" dirty="0" smtClean="0"/>
              <a:t> </a:t>
            </a:r>
            <a:r>
              <a:rPr lang="en-US" sz="1800" dirty="0" err="1" smtClean="0"/>
              <a:t>sel</a:t>
            </a:r>
            <a:r>
              <a:rPr lang="en-US" sz="1800" dirty="0" smtClean="0"/>
              <a:t> </a:t>
            </a:r>
            <a:r>
              <a:rPr lang="en-US" sz="1800" dirty="0" err="1" smtClean="0"/>
              <a:t>bapak</a:t>
            </a:r>
            <a:r>
              <a:rPr lang="en-US" sz="1800" dirty="0" smtClean="0"/>
              <a:t> - </a:t>
            </a:r>
            <a:r>
              <a:rPr lang="en-US" sz="1800" dirty="0" err="1" smtClean="0"/>
              <a:t>ibu</a:t>
            </a:r>
            <a:r>
              <a:rPr lang="en-US" sz="1800" dirty="0" smtClean="0"/>
              <a:t> </a:t>
            </a:r>
            <a:r>
              <a:rPr lang="en-US" sz="1800" dirty="0" err="1" smtClean="0"/>
              <a:t>sampai</a:t>
            </a:r>
            <a:r>
              <a:rPr lang="en-US" sz="1800" dirty="0" smtClean="0"/>
              <a:t> </a:t>
            </a:r>
            <a:r>
              <a:rPr lang="en-US" sz="1800" dirty="0" err="1" smtClean="0"/>
              <a:t>lahir</a:t>
            </a:r>
            <a:r>
              <a:rPr lang="en-US" sz="1800" dirty="0" smtClean="0"/>
              <a:t> </a:t>
            </a:r>
            <a:r>
              <a:rPr lang="en-US" sz="1800" dirty="0" err="1" smtClean="0"/>
              <a:t>kira-kira</a:t>
            </a:r>
            <a:r>
              <a:rPr lang="en-US" sz="1800" dirty="0" smtClean="0"/>
              <a:t> 9 </a:t>
            </a:r>
            <a:r>
              <a:rPr lang="en-US" sz="1800" dirty="0" err="1" smtClean="0"/>
              <a:t>bulan</a:t>
            </a:r>
            <a:r>
              <a:rPr lang="en-US" sz="1800" dirty="0" smtClean="0"/>
              <a:t> 10 </a:t>
            </a:r>
            <a:r>
              <a:rPr lang="en-US" sz="1800" dirty="0" err="1" smtClean="0"/>
              <a:t>hari</a:t>
            </a:r>
            <a:r>
              <a:rPr lang="en-US" sz="1800" dirty="0" smtClean="0"/>
              <a:t> </a:t>
            </a:r>
            <a:r>
              <a:rPr lang="en-US" sz="1800" dirty="0" err="1" smtClean="0"/>
              <a:t>atau</a:t>
            </a:r>
            <a:r>
              <a:rPr lang="en-US" sz="1800" dirty="0" smtClean="0"/>
              <a:t> 280 </a:t>
            </a:r>
            <a:r>
              <a:rPr lang="en-US" sz="1800" dirty="0" err="1" smtClean="0"/>
              <a:t>hari</a:t>
            </a:r>
            <a:r>
              <a:rPr lang="en-US" sz="1800" dirty="0" smtClean="0"/>
              <a:t>. </a:t>
            </a:r>
            <a:r>
              <a:rPr lang="en-US" sz="1800" dirty="0" err="1" smtClean="0"/>
              <a:t>Masa</a:t>
            </a:r>
            <a:r>
              <a:rPr lang="en-US" sz="1800" dirty="0" smtClean="0"/>
              <a:t> </a:t>
            </a:r>
            <a:r>
              <a:rPr lang="en-US" sz="1800" dirty="0" err="1" smtClean="0"/>
              <a:t>sebelum</a:t>
            </a:r>
            <a:r>
              <a:rPr lang="en-US" sz="1800" dirty="0" smtClean="0"/>
              <a:t> </a:t>
            </a:r>
            <a:r>
              <a:rPr lang="en-US" sz="1800" dirty="0" err="1" smtClean="0"/>
              <a:t>lahir</a:t>
            </a:r>
            <a:r>
              <a:rPr lang="en-US" sz="1800" dirty="0" smtClean="0"/>
              <a:t> </a:t>
            </a:r>
            <a:r>
              <a:rPr lang="en-US" sz="1800" dirty="0" err="1" smtClean="0"/>
              <a:t>ini</a:t>
            </a:r>
            <a:r>
              <a:rPr lang="en-US" sz="1800" dirty="0" smtClean="0"/>
              <a:t> </a:t>
            </a:r>
            <a:r>
              <a:rPr lang="en-US" sz="1800" dirty="0" err="1" smtClean="0"/>
              <a:t>terbagi</a:t>
            </a:r>
            <a:r>
              <a:rPr lang="en-US" sz="1800" dirty="0" smtClean="0"/>
              <a:t> </a:t>
            </a:r>
            <a:r>
              <a:rPr lang="en-US" sz="1800" dirty="0" err="1" smtClean="0"/>
              <a:t>dalam</a:t>
            </a:r>
            <a:r>
              <a:rPr lang="en-US" sz="1800" dirty="0" smtClean="0"/>
              <a:t> 3 </a:t>
            </a:r>
            <a:r>
              <a:rPr lang="en-US" sz="1800" dirty="0" err="1" smtClean="0"/>
              <a:t>priode</a:t>
            </a:r>
            <a:r>
              <a:rPr lang="en-US" sz="1800" dirty="0" smtClean="0"/>
              <a:t> </a:t>
            </a:r>
            <a:r>
              <a:rPr lang="en-US" sz="1800" dirty="0" err="1" smtClean="0"/>
              <a:t>yaitu</a:t>
            </a:r>
            <a:r>
              <a:rPr lang="en-US" sz="1800" dirty="0" smtClean="0"/>
              <a:t>:</a:t>
            </a:r>
            <a:endParaRPr lang="id-ID" sz="1800" dirty="0" smtClean="0"/>
          </a:p>
          <a:p>
            <a:pPr algn="just"/>
            <a:endParaRPr lang="id-ID" sz="1800" dirty="0" smtClean="0"/>
          </a:p>
          <a:p>
            <a:pPr marL="342900" indent="-342900" algn="just">
              <a:buAutoNum type="alphaLcPeriod"/>
            </a:pPr>
            <a:r>
              <a:rPr lang="en-US" sz="1800" dirty="0" err="1" smtClean="0"/>
              <a:t>Periode</a:t>
            </a:r>
            <a:r>
              <a:rPr lang="en-US" sz="1800" dirty="0" smtClean="0"/>
              <a:t> </a:t>
            </a:r>
            <a:r>
              <a:rPr lang="en-US" sz="1800" dirty="0" err="1" smtClean="0"/>
              <a:t>telur</a:t>
            </a:r>
            <a:r>
              <a:rPr lang="en-US" sz="1800" dirty="0" smtClean="0"/>
              <a:t>/ zygote, yang </a:t>
            </a:r>
            <a:r>
              <a:rPr lang="en-US" sz="1800" dirty="0" err="1" smtClean="0"/>
              <a:t>berlangsung</a:t>
            </a:r>
            <a:r>
              <a:rPr lang="en-US" sz="1800" dirty="0" smtClean="0"/>
              <a:t> </a:t>
            </a:r>
            <a:r>
              <a:rPr lang="en-US" sz="1800" dirty="0" err="1" smtClean="0"/>
              <a:t>sejak</a:t>
            </a:r>
            <a:r>
              <a:rPr lang="en-US" sz="1800" dirty="0" smtClean="0"/>
              <a:t> </a:t>
            </a:r>
            <a:r>
              <a:rPr lang="en-US" sz="1800" dirty="0" err="1" smtClean="0"/>
              <a:t>pembuahan</a:t>
            </a:r>
            <a:r>
              <a:rPr lang="en-US" sz="1800" dirty="0" smtClean="0"/>
              <a:t> </a:t>
            </a:r>
            <a:r>
              <a:rPr lang="en-US" sz="1800" dirty="0" err="1" smtClean="0"/>
              <a:t>sampai</a:t>
            </a:r>
            <a:r>
              <a:rPr lang="en-US" sz="1800" dirty="0" smtClean="0"/>
              <a:t> </a:t>
            </a:r>
            <a:r>
              <a:rPr lang="en-US" sz="1800" dirty="0" err="1" smtClean="0"/>
              <a:t>akhir</a:t>
            </a:r>
            <a:r>
              <a:rPr lang="en-US" sz="1800" dirty="0" smtClean="0"/>
              <a:t> </a:t>
            </a:r>
            <a:r>
              <a:rPr lang="en-US" sz="1800" dirty="0" err="1" smtClean="0"/>
              <a:t>minggu</a:t>
            </a:r>
            <a:r>
              <a:rPr lang="en-US" sz="1800" dirty="0" smtClean="0"/>
              <a:t> </a:t>
            </a:r>
            <a:r>
              <a:rPr lang="en-US" sz="1800" dirty="0" err="1" smtClean="0"/>
              <a:t>kedua</a:t>
            </a:r>
            <a:r>
              <a:rPr lang="en-US" sz="1800" dirty="0" smtClean="0"/>
              <a:t>.</a:t>
            </a:r>
            <a:endParaRPr lang="id-ID" sz="1800" dirty="0" smtClean="0"/>
          </a:p>
          <a:p>
            <a:pPr marL="342900" indent="-342900" algn="just">
              <a:buAutoNum type="alphaLcPeriod"/>
            </a:pPr>
            <a:endParaRPr lang="id-ID" sz="1800" dirty="0" smtClean="0"/>
          </a:p>
          <a:p>
            <a:pPr marL="342900" indent="-342900" algn="just">
              <a:buAutoNum type="alphaLcPeriod"/>
            </a:pPr>
            <a:r>
              <a:rPr lang="en-US" sz="1800" dirty="0" err="1" smtClean="0"/>
              <a:t>Periode</a:t>
            </a:r>
            <a:r>
              <a:rPr lang="en-US" sz="1800" dirty="0" smtClean="0"/>
              <a:t> </a:t>
            </a:r>
            <a:r>
              <a:rPr lang="en-US" sz="1800" dirty="0" err="1" smtClean="0"/>
              <a:t>Embrio</a:t>
            </a:r>
            <a:r>
              <a:rPr lang="en-US" sz="1800" dirty="0" smtClean="0"/>
              <a:t>, </a:t>
            </a:r>
            <a:r>
              <a:rPr lang="en-US" sz="1800" dirty="0" err="1" smtClean="0"/>
              <a:t>dari</a:t>
            </a:r>
            <a:r>
              <a:rPr lang="en-US" sz="1800" dirty="0" smtClean="0"/>
              <a:t> </a:t>
            </a:r>
            <a:r>
              <a:rPr lang="en-US" sz="1800" dirty="0" err="1" smtClean="0"/>
              <a:t>akhir</a:t>
            </a:r>
            <a:r>
              <a:rPr lang="en-US" sz="1800" dirty="0" smtClean="0"/>
              <a:t> </a:t>
            </a:r>
            <a:r>
              <a:rPr lang="en-US" sz="1800" dirty="0" err="1" smtClean="0"/>
              <a:t>minggu</a:t>
            </a:r>
            <a:r>
              <a:rPr lang="en-US" sz="1800" dirty="0" smtClean="0"/>
              <a:t> </a:t>
            </a:r>
            <a:r>
              <a:rPr lang="en-US" sz="1800" dirty="0" err="1" smtClean="0"/>
              <a:t>kedua</a:t>
            </a:r>
            <a:r>
              <a:rPr lang="en-US" sz="1800" dirty="0" smtClean="0"/>
              <a:t> </a:t>
            </a:r>
            <a:r>
              <a:rPr lang="en-US" sz="1800" dirty="0" err="1" smtClean="0"/>
              <a:t>sampai</a:t>
            </a:r>
            <a:r>
              <a:rPr lang="en-US" sz="1800" dirty="0" smtClean="0"/>
              <a:t> </a:t>
            </a:r>
            <a:r>
              <a:rPr lang="en-US" sz="1800" dirty="0" err="1" smtClean="0"/>
              <a:t>akhir</a:t>
            </a:r>
            <a:r>
              <a:rPr lang="en-US" sz="1800" dirty="0" smtClean="0"/>
              <a:t> </a:t>
            </a:r>
            <a:r>
              <a:rPr lang="en-US" sz="1800" dirty="0" err="1" smtClean="0"/>
              <a:t>bulan</a:t>
            </a:r>
            <a:r>
              <a:rPr lang="en-US" sz="1800" dirty="0" smtClean="0"/>
              <a:t> </a:t>
            </a:r>
            <a:r>
              <a:rPr lang="en-US" sz="1800" dirty="0" err="1" smtClean="0"/>
              <a:t>kedua</a:t>
            </a:r>
            <a:endParaRPr lang="id-ID" sz="1800" dirty="0" smtClean="0"/>
          </a:p>
          <a:p>
            <a:pPr marL="342900" indent="-342900" algn="just">
              <a:buAutoNum type="alphaLcPeriod"/>
            </a:pPr>
            <a:endParaRPr lang="id-ID" sz="1800" dirty="0" smtClean="0"/>
          </a:p>
          <a:p>
            <a:pPr marL="342900" indent="-342900" algn="just">
              <a:buAutoNum type="alphaLcPeriod"/>
            </a:pPr>
            <a:r>
              <a:rPr lang="en-US" sz="1800" dirty="0" err="1" smtClean="0"/>
              <a:t>Periode</a:t>
            </a:r>
            <a:r>
              <a:rPr lang="en-US" sz="1800" dirty="0" smtClean="0"/>
              <a:t> </a:t>
            </a:r>
            <a:r>
              <a:rPr lang="en-US" sz="1800" dirty="0" err="1" smtClean="0"/>
              <a:t>Janin</a:t>
            </a:r>
            <a:r>
              <a:rPr lang="en-US" sz="1800" dirty="0" smtClean="0"/>
              <a:t> (fetus), </a:t>
            </a:r>
            <a:r>
              <a:rPr lang="en-US" sz="1800" dirty="0" err="1" smtClean="0"/>
              <a:t>dari</a:t>
            </a:r>
            <a:r>
              <a:rPr lang="en-US" sz="1800" dirty="0" smtClean="0"/>
              <a:t> </a:t>
            </a:r>
            <a:r>
              <a:rPr lang="en-US" sz="1800" dirty="0" err="1" smtClean="0"/>
              <a:t>akhir</a:t>
            </a:r>
            <a:r>
              <a:rPr lang="en-US" sz="1800" dirty="0" smtClean="0"/>
              <a:t> </a:t>
            </a:r>
            <a:r>
              <a:rPr lang="en-US" sz="1800" dirty="0" err="1" smtClean="0"/>
              <a:t>bulan</a:t>
            </a:r>
            <a:r>
              <a:rPr lang="en-US" sz="1800" dirty="0" smtClean="0"/>
              <a:t> </a:t>
            </a:r>
            <a:r>
              <a:rPr lang="en-US" sz="1800" dirty="0" err="1" smtClean="0"/>
              <a:t>kedua</a:t>
            </a:r>
            <a:r>
              <a:rPr lang="en-US" sz="1800" dirty="0" smtClean="0"/>
              <a:t> </a:t>
            </a:r>
            <a:r>
              <a:rPr lang="en-US" sz="1800" dirty="0" err="1" smtClean="0"/>
              <a:t>sampai</a:t>
            </a:r>
            <a:r>
              <a:rPr lang="en-US" sz="1800" dirty="0" smtClean="0"/>
              <a:t> </a:t>
            </a:r>
            <a:r>
              <a:rPr lang="en-US" sz="1800" dirty="0" err="1" smtClean="0"/>
              <a:t>bayi</a:t>
            </a:r>
            <a:r>
              <a:rPr lang="en-US" sz="1800" dirty="0" smtClean="0"/>
              <a:t> </a:t>
            </a:r>
            <a:r>
              <a:rPr lang="en-US" sz="1800" dirty="0" err="1" smtClean="0"/>
              <a:t>lahir</a:t>
            </a:r>
            <a:r>
              <a:rPr lang="en-US" sz="1800" dirty="0" smtClean="0"/>
              <a:t>.</a:t>
            </a:r>
            <a:endParaRPr lang="en-US" sz="1800" dirty="0"/>
          </a:p>
        </p:txBody>
      </p:sp>
    </p:spTree>
    <p:extLst>
      <p:ext uri="{BB962C8B-B14F-4D97-AF65-F5344CB8AC3E}">
        <p14:creationId xmlns:p14="http://schemas.microsoft.com/office/powerpoint/2010/main" val="380763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title"/>
          </p:nvPr>
        </p:nvSpPr>
        <p:spPr>
          <a:xfrm>
            <a:off x="0" y="380303"/>
            <a:ext cx="6687403"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F3F3F"/>
              </a:buClr>
              <a:buSzPts val="4400"/>
              <a:buFont typeface="Calibri"/>
              <a:buNone/>
            </a:pPr>
            <a:r>
              <a:rPr lang="id-ID" dirty="0" smtClean="0"/>
              <a:t>PEMBAGIAN MASA-MASA PERKEMBANGAN</a:t>
            </a:r>
            <a:endParaRPr dirty="0">
              <a:solidFill>
                <a:srgbClr val="3F3F3F"/>
              </a:solidFill>
            </a:endParaRPr>
          </a:p>
        </p:txBody>
      </p:sp>
      <p:pic>
        <p:nvPicPr>
          <p:cNvPr id="17" name="Picture 16"/>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74508" y="69069"/>
            <a:ext cx="4413472" cy="495736"/>
          </a:xfrm>
          <a:prstGeom prst="rect">
            <a:avLst/>
          </a:prstGeom>
        </p:spPr>
      </p:pic>
      <p:sp>
        <p:nvSpPr>
          <p:cNvPr id="5" name="Rectangle 4"/>
          <p:cNvSpPr/>
          <p:nvPr/>
        </p:nvSpPr>
        <p:spPr>
          <a:xfrm>
            <a:off x="673100" y="2782736"/>
            <a:ext cx="8839199" cy="3762697"/>
          </a:xfrm>
          <a:prstGeom prst="rect">
            <a:avLst/>
          </a:prstGeom>
        </p:spPr>
        <p:txBody>
          <a:bodyPr wrap="square">
            <a:spAutoFit/>
          </a:bodyPr>
          <a:lstStyle/>
          <a:p>
            <a:pPr algn="just">
              <a:lnSpc>
                <a:spcPct val="107000"/>
              </a:lnSpc>
              <a:spcAft>
                <a:spcPts val="800"/>
              </a:spcAft>
            </a:pPr>
            <a:r>
              <a:rPr lang="id-ID" sz="1800" dirty="0" smtClean="0">
                <a:latin typeface="Times New Roman" panose="02020603050405020304" pitchFamily="18" charset="0"/>
                <a:ea typeface="Calibri" panose="020F0502020204030204" pitchFamily="34" charset="0"/>
                <a:cs typeface="Times New Roman" panose="02020603050405020304" pitchFamily="18" charset="0"/>
              </a:rPr>
              <a:t>Masa </a:t>
            </a:r>
            <a:r>
              <a:rPr lang="id-ID" sz="1800" dirty="0">
                <a:latin typeface="Times New Roman" panose="02020603050405020304" pitchFamily="18" charset="0"/>
                <a:ea typeface="Calibri" panose="020F0502020204030204" pitchFamily="34" charset="0"/>
                <a:cs typeface="Times New Roman" panose="02020603050405020304" pitchFamily="18" charset="0"/>
              </a:rPr>
              <a:t>ini dimulai dari sejak bayi lahir sampai bayi berumur kira- kira 10 atau 15 hari. Dalam perkembangan manusia masa ini merupakan fase pemberhentian (Plateau stage) artinya masa tidak terjadi pertumbuhan/perkembangan. Ciri-ciri yang penting dari masa bayi baru lahir ini ialah:</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id-ID" sz="1800" dirty="0">
                <a:latin typeface="Times New Roman" panose="02020603050405020304" pitchFamily="18" charset="0"/>
                <a:ea typeface="Calibri" panose="020F0502020204030204" pitchFamily="34" charset="0"/>
                <a:cs typeface="Times New Roman" panose="02020603050405020304" pitchFamily="18" charset="0"/>
              </a:rPr>
              <a:t>a. Periode ini merupakan masa perkembangan yang tersingkat dari seluruh periode perkembangan.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id-ID" sz="1800" dirty="0">
                <a:latin typeface="Times New Roman" panose="02020603050405020304" pitchFamily="18" charset="0"/>
                <a:ea typeface="Calibri" panose="020F0502020204030204" pitchFamily="34" charset="0"/>
                <a:cs typeface="Times New Roman" panose="02020603050405020304" pitchFamily="18" charset="0"/>
              </a:rPr>
              <a:t>b. Periode ini merupakan saat penyesuaian diri untuk kelangsungan hidup/perkembangan janin.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07000"/>
              </a:lnSpc>
              <a:spcAft>
                <a:spcPts val="800"/>
              </a:spcAft>
            </a:pPr>
            <a:r>
              <a:rPr lang="id-ID" sz="1800" dirty="0">
                <a:latin typeface="Times New Roman" panose="02020603050405020304" pitchFamily="18" charset="0"/>
                <a:ea typeface="Calibri" panose="020F0502020204030204" pitchFamily="34" charset="0"/>
                <a:cs typeface="Times New Roman" panose="02020603050405020304" pitchFamily="18" charset="0"/>
              </a:rPr>
              <a:t>c. Periode ini ditandai dengan terhentinya perkembangan.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id-ID" sz="1800" dirty="0">
                <a:latin typeface="Times New Roman" panose="02020603050405020304" pitchFamily="18" charset="0"/>
                <a:ea typeface="Calibri" panose="020F0502020204030204" pitchFamily="34" charset="0"/>
                <a:cs typeface="Times New Roman" panose="02020603050405020304" pitchFamily="18" charset="0"/>
              </a:rPr>
              <a:t>d. Di akhir periode ini bila si bayi selamat maka merupakan awal perkembangan lebih lanjut.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86079" y="2057331"/>
            <a:ext cx="3640740" cy="374077"/>
          </a:xfrm>
          <a:prstGeom prst="rect">
            <a:avLst/>
          </a:prstGeom>
        </p:spPr>
        <p:txBody>
          <a:bodyPr wrap="none">
            <a:spAutoFit/>
          </a:bodyPr>
          <a:lstStyle/>
          <a:p>
            <a:pPr algn="just">
              <a:lnSpc>
                <a:spcPct val="107000"/>
              </a:lnSpc>
              <a:spcAft>
                <a:spcPts val="800"/>
              </a:spcAft>
            </a:pPr>
            <a:r>
              <a:rPr lang="id-ID" sz="1800" dirty="0">
                <a:latin typeface="Times New Roman" panose="02020603050405020304" pitchFamily="18" charset="0"/>
                <a:ea typeface="Calibri" panose="020F0502020204030204" pitchFamily="34" charset="0"/>
                <a:cs typeface="Times New Roman" panose="02020603050405020304" pitchFamily="18" charset="0"/>
              </a:rPr>
              <a:t>2. Masa Bayi Baru Lahir (New Born)</a:t>
            </a: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8802536" y="1449236"/>
            <a:ext cx="4075264" cy="4075264"/>
          </a:xfrm>
          <a:prstGeom prst="rect">
            <a:avLst/>
          </a:prstGeom>
        </p:spPr>
      </p:pic>
    </p:spTree>
    <p:extLst>
      <p:ext uri="{BB962C8B-B14F-4D97-AF65-F5344CB8AC3E}">
        <p14:creationId xmlns:p14="http://schemas.microsoft.com/office/powerpoint/2010/main" val="23271872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title"/>
          </p:nvPr>
        </p:nvSpPr>
        <p:spPr>
          <a:xfrm>
            <a:off x="0" y="380303"/>
            <a:ext cx="6687403"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F3F3F"/>
              </a:buClr>
              <a:buSzPts val="4400"/>
              <a:buFont typeface="Calibri"/>
              <a:buNone/>
            </a:pPr>
            <a:r>
              <a:rPr lang="id-ID" dirty="0" smtClean="0"/>
              <a:t>PEMBAGIAN MASA-MASA PERKEMBANGAN</a:t>
            </a:r>
            <a:endParaRPr dirty="0">
              <a:solidFill>
                <a:srgbClr val="3F3F3F"/>
              </a:solidFill>
            </a:endParaRPr>
          </a:p>
        </p:txBody>
      </p:sp>
      <p:pic>
        <p:nvPicPr>
          <p:cNvPr id="17" name="Picture 16"/>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74508" y="69069"/>
            <a:ext cx="4413472" cy="495736"/>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8802536" y="1449236"/>
            <a:ext cx="4075264" cy="4075264"/>
          </a:xfrm>
          <a:prstGeom prst="rect">
            <a:avLst/>
          </a:prstGeom>
        </p:spPr>
      </p:pic>
      <p:sp>
        <p:nvSpPr>
          <p:cNvPr id="2" name="Rectangle 1"/>
          <p:cNvSpPr/>
          <p:nvPr/>
        </p:nvSpPr>
        <p:spPr>
          <a:xfrm>
            <a:off x="762000" y="3125948"/>
            <a:ext cx="8148126" cy="2166875"/>
          </a:xfrm>
          <a:prstGeom prst="rect">
            <a:avLst/>
          </a:prstGeom>
        </p:spPr>
        <p:txBody>
          <a:bodyPr wrap="square">
            <a:spAutoFit/>
          </a:bodyPr>
          <a:lstStyle/>
          <a:p>
            <a:pPr algn="just">
              <a:lnSpc>
                <a:spcPct val="107000"/>
              </a:lnSpc>
              <a:spcAft>
                <a:spcPts val="800"/>
              </a:spcAft>
            </a:pPr>
            <a:r>
              <a:rPr lang="id-ID" sz="1800" dirty="0" smtClean="0">
                <a:latin typeface="Times New Roman" panose="02020603050405020304" pitchFamily="18" charset="0"/>
                <a:ea typeface="Calibri" panose="020F0502020204030204" pitchFamily="34" charset="0"/>
                <a:cs typeface="Times New Roman" panose="02020603050405020304" pitchFamily="18" charset="0"/>
              </a:rPr>
              <a:t>Masa </a:t>
            </a:r>
            <a:r>
              <a:rPr lang="id-ID" sz="1800" dirty="0">
                <a:latin typeface="Times New Roman" panose="02020603050405020304" pitchFamily="18" charset="0"/>
                <a:ea typeface="Calibri" panose="020F0502020204030204" pitchFamily="34" charset="0"/>
                <a:cs typeface="Times New Roman" panose="02020603050405020304" pitchFamily="18" charset="0"/>
              </a:rPr>
              <a:t>ini dimulai dari umur 2 minggu sampai umur 2 tahun. Masa bayi ini dianggap sebagai periode kritis dalam perkembangan kepribadian karena merupakan periode di mana dasar-dasar untuk kepribadian dewasa pada masa ini diletakkan. Bayi merupakan manusia yang baru lahir sampai umur 24 bulan, namun tidak ada batasan yang pasti. Pada masa ini manusia sangat lucu dan menggemaskan tetapi juga rentan terhadap kematian. Kematian bayi dibagi menjadi dua, kematian neonatal (kematian di 27 hari pertama hidup), dan post-neonatal (setelah 27 hari).</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61233" y="2391803"/>
            <a:ext cx="2569934" cy="374077"/>
          </a:xfrm>
          <a:prstGeom prst="rect">
            <a:avLst/>
          </a:prstGeom>
        </p:spPr>
        <p:txBody>
          <a:bodyPr wrap="none">
            <a:spAutoFit/>
          </a:bodyPr>
          <a:lstStyle/>
          <a:p>
            <a:pPr algn="just">
              <a:lnSpc>
                <a:spcPct val="107000"/>
              </a:lnSpc>
              <a:spcAft>
                <a:spcPts val="800"/>
              </a:spcAft>
            </a:pPr>
            <a:r>
              <a:rPr lang="id-ID" sz="1800" dirty="0">
                <a:latin typeface="Times New Roman" panose="02020603050405020304" pitchFamily="18" charset="0"/>
                <a:ea typeface="Calibri" panose="020F0502020204030204" pitchFamily="34" charset="0"/>
                <a:cs typeface="Times New Roman" panose="02020603050405020304" pitchFamily="18" charset="0"/>
              </a:rPr>
              <a:t>3. Masa Bayi (Babyhood)</a:t>
            </a: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301917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title"/>
          </p:nvPr>
        </p:nvSpPr>
        <p:spPr>
          <a:xfrm>
            <a:off x="0" y="380303"/>
            <a:ext cx="6687403"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F3F3F"/>
              </a:buClr>
              <a:buSzPts val="4400"/>
              <a:buFont typeface="Calibri"/>
              <a:buNone/>
            </a:pPr>
            <a:r>
              <a:rPr lang="id-ID" dirty="0" smtClean="0"/>
              <a:t>PEMBAGIAN MASA-MASA PERKEMBANGAN</a:t>
            </a:r>
            <a:endParaRPr dirty="0">
              <a:solidFill>
                <a:srgbClr val="3F3F3F"/>
              </a:solidFill>
            </a:endParaRPr>
          </a:p>
        </p:txBody>
      </p:sp>
      <p:pic>
        <p:nvPicPr>
          <p:cNvPr id="17" name="Picture 16"/>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74508" y="69069"/>
            <a:ext cx="4413472" cy="495736"/>
          </a:xfrm>
          <a:prstGeom prst="rect">
            <a:avLst/>
          </a:prstGeom>
        </p:spPr>
      </p:pic>
      <p:sp>
        <p:nvSpPr>
          <p:cNvPr id="4" name="Rectangle 3"/>
          <p:cNvSpPr/>
          <p:nvPr/>
        </p:nvSpPr>
        <p:spPr>
          <a:xfrm>
            <a:off x="785061" y="3054553"/>
            <a:ext cx="8229600" cy="1277786"/>
          </a:xfrm>
          <a:prstGeom prst="rect">
            <a:avLst/>
          </a:prstGeom>
        </p:spPr>
        <p:txBody>
          <a:bodyPr wrap="square">
            <a:spAutoFit/>
          </a:bodyPr>
          <a:lstStyle/>
          <a:p>
            <a:pPr algn="just">
              <a:lnSpc>
                <a:spcPct val="107000"/>
              </a:lnSpc>
              <a:spcAft>
                <a:spcPts val="800"/>
              </a:spcAft>
            </a:pPr>
            <a:r>
              <a:rPr lang="id-ID" sz="1800" dirty="0" smtClean="0">
                <a:latin typeface="Times New Roman" panose="02020603050405020304" pitchFamily="18" charset="0"/>
                <a:ea typeface="Calibri" panose="020F0502020204030204" pitchFamily="34" charset="0"/>
                <a:cs typeface="Times New Roman" panose="02020603050405020304" pitchFamily="18" charset="0"/>
              </a:rPr>
              <a:t>Bawah </a:t>
            </a:r>
            <a:r>
              <a:rPr lang="id-ID" sz="1800" dirty="0">
                <a:latin typeface="Times New Roman" panose="02020603050405020304" pitchFamily="18" charset="0"/>
                <a:ea typeface="Calibri" panose="020F0502020204030204" pitchFamily="34" charset="0"/>
                <a:cs typeface="Times New Roman" panose="02020603050405020304" pitchFamily="18" charset="0"/>
              </a:rPr>
              <a:t>Lima Tahun atau sering disingkat sebagai Balita merupakan salah satu periode usia manusia setelah bayi sebelum anak awal. Rentang usia balita dimulai dari dua sampai dengan lima tahun,atau biasa digunakan perhitungan bulan yaitu usia 24-60 bulan. Periode usia ini disebut juga sebagai usia prasekolah.</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301596" y="2195612"/>
            <a:ext cx="966931" cy="369332"/>
          </a:xfrm>
          <a:prstGeom prst="rect">
            <a:avLst/>
          </a:prstGeom>
        </p:spPr>
        <p:txBody>
          <a:bodyPr wrap="none">
            <a:spAutoFit/>
          </a:bodyPr>
          <a:lstStyle/>
          <a:p>
            <a:r>
              <a:rPr lang="id-ID" sz="1800" dirty="0">
                <a:latin typeface="Times New Roman" panose="02020603050405020304" pitchFamily="18" charset="0"/>
                <a:ea typeface="Calibri" panose="020F0502020204030204" pitchFamily="34" charset="0"/>
                <a:cs typeface="Times New Roman" panose="02020603050405020304" pitchFamily="18" charset="0"/>
              </a:rPr>
              <a:t>4. Balita</a:t>
            </a:r>
            <a:endParaRPr lang="en-US" sz="1800" dirty="0"/>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94800" y="3054553"/>
            <a:ext cx="3492500" cy="3492500"/>
          </a:xfrm>
          <a:prstGeom prst="rect">
            <a:avLst/>
          </a:prstGeom>
        </p:spPr>
      </p:pic>
    </p:spTree>
    <p:extLst>
      <p:ext uri="{BB962C8B-B14F-4D97-AF65-F5344CB8AC3E}">
        <p14:creationId xmlns:p14="http://schemas.microsoft.com/office/powerpoint/2010/main" val="41980036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title"/>
          </p:nvPr>
        </p:nvSpPr>
        <p:spPr>
          <a:xfrm>
            <a:off x="0" y="380303"/>
            <a:ext cx="6687403"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F3F3F"/>
              </a:buClr>
              <a:buSzPts val="4400"/>
              <a:buFont typeface="Calibri"/>
              <a:buNone/>
            </a:pPr>
            <a:r>
              <a:rPr lang="id-ID" dirty="0" smtClean="0"/>
              <a:t>PEMBAGIAN MASA-MASA PERKEMBANGAN</a:t>
            </a:r>
            <a:endParaRPr dirty="0">
              <a:solidFill>
                <a:srgbClr val="3F3F3F"/>
              </a:solidFill>
            </a:endParaRPr>
          </a:p>
        </p:txBody>
      </p:sp>
      <p:pic>
        <p:nvPicPr>
          <p:cNvPr id="17" name="Picture 16"/>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74508" y="69069"/>
            <a:ext cx="4413472" cy="49573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94800" y="3054553"/>
            <a:ext cx="3492500" cy="3492500"/>
          </a:xfrm>
          <a:prstGeom prst="rect">
            <a:avLst/>
          </a:prstGeom>
        </p:spPr>
      </p:pic>
      <p:sp>
        <p:nvSpPr>
          <p:cNvPr id="2" name="Rectangle 1"/>
          <p:cNvSpPr/>
          <p:nvPr/>
        </p:nvSpPr>
        <p:spPr>
          <a:xfrm>
            <a:off x="1612900" y="3054553"/>
            <a:ext cx="7327900" cy="1477328"/>
          </a:xfrm>
          <a:prstGeom prst="rect">
            <a:avLst/>
          </a:prstGeom>
        </p:spPr>
        <p:txBody>
          <a:bodyPr wrap="square">
            <a:spAutoFit/>
          </a:bodyPr>
          <a:lstStyle/>
          <a:p>
            <a:pPr algn="just"/>
            <a:r>
              <a:rPr lang="id-ID" sz="1800" dirty="0" smtClean="0">
                <a:latin typeface="Times New Roman" panose="02020603050405020304" pitchFamily="18" charset="0"/>
                <a:ea typeface="Calibri" panose="020F0502020204030204" pitchFamily="34" charset="0"/>
              </a:rPr>
              <a:t>Awal </a:t>
            </a:r>
            <a:r>
              <a:rPr lang="id-ID" sz="1800" dirty="0">
                <a:latin typeface="Times New Roman" panose="02020603050405020304" pitchFamily="18" charset="0"/>
                <a:ea typeface="Calibri" panose="020F0502020204030204" pitchFamily="34" charset="0"/>
              </a:rPr>
              <a:t>masa kanak-kanak berlangsung dari dua sampai enam tahun. Masa ini dikatakan usia pra kelompok karena pada masa ini anak-anak mempelajari dasar-dasar perilaku sosial sebagai persiapan bagi kehidupan sosial yang lebih tinggi yang diperlukan untuk penyesuaian diri pada waktu masuk kelas 1 SD</a:t>
            </a:r>
            <a:endParaRPr lang="en-US" sz="1800" dirty="0"/>
          </a:p>
        </p:txBody>
      </p:sp>
      <p:sp>
        <p:nvSpPr>
          <p:cNvPr id="3" name="Rectangle 2"/>
          <p:cNvSpPr/>
          <p:nvPr/>
        </p:nvSpPr>
        <p:spPr>
          <a:xfrm>
            <a:off x="90527" y="2135761"/>
            <a:ext cx="4390946" cy="374077"/>
          </a:xfrm>
          <a:prstGeom prst="rect">
            <a:avLst/>
          </a:prstGeom>
        </p:spPr>
        <p:txBody>
          <a:bodyPr wrap="none">
            <a:spAutoFit/>
          </a:bodyPr>
          <a:lstStyle/>
          <a:p>
            <a:pPr algn="just">
              <a:lnSpc>
                <a:spcPct val="107000"/>
              </a:lnSpc>
              <a:spcAft>
                <a:spcPts val="800"/>
              </a:spcAft>
            </a:pPr>
            <a:r>
              <a:rPr lang="id-ID" sz="1800" dirty="0">
                <a:latin typeface="Times New Roman" panose="02020603050405020304" pitchFamily="18" charset="0"/>
                <a:ea typeface="Calibri" panose="020F0502020204030204" pitchFamily="34" charset="0"/>
                <a:cs typeface="Times New Roman" panose="02020603050405020304" pitchFamily="18" charset="0"/>
              </a:rPr>
              <a:t>5. Masa Kanak-kanak Awal (Early Chilhood)</a:t>
            </a: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998323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title"/>
          </p:nvPr>
        </p:nvSpPr>
        <p:spPr>
          <a:xfrm>
            <a:off x="0" y="380303"/>
            <a:ext cx="6687403"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F3F3F"/>
              </a:buClr>
              <a:buSzPts val="4400"/>
              <a:buFont typeface="Calibri"/>
              <a:buNone/>
            </a:pPr>
            <a:r>
              <a:rPr lang="id-ID" dirty="0" smtClean="0"/>
              <a:t>PEMBAGIAN MASA-MASA PERKEMBANGAN</a:t>
            </a:r>
            <a:endParaRPr dirty="0">
              <a:solidFill>
                <a:srgbClr val="3F3F3F"/>
              </a:solidFill>
            </a:endParaRPr>
          </a:p>
        </p:txBody>
      </p:sp>
      <p:pic>
        <p:nvPicPr>
          <p:cNvPr id="17" name="Picture 16"/>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74508" y="69069"/>
            <a:ext cx="4413472" cy="495736"/>
          </a:xfrm>
          <a:prstGeom prst="rect">
            <a:avLst/>
          </a:prstGeom>
        </p:spPr>
      </p:pic>
      <p:sp>
        <p:nvSpPr>
          <p:cNvPr id="4" name="Rectangle 3"/>
          <p:cNvSpPr/>
          <p:nvPr/>
        </p:nvSpPr>
        <p:spPr>
          <a:xfrm>
            <a:off x="709697" y="2644870"/>
            <a:ext cx="7416800" cy="3055965"/>
          </a:xfrm>
          <a:prstGeom prst="rect">
            <a:avLst/>
          </a:prstGeom>
        </p:spPr>
        <p:txBody>
          <a:bodyPr wrap="square">
            <a:spAutoFit/>
          </a:bodyPr>
          <a:lstStyle/>
          <a:p>
            <a:pPr algn="just">
              <a:lnSpc>
                <a:spcPct val="107000"/>
              </a:lnSpc>
              <a:spcAft>
                <a:spcPts val="800"/>
              </a:spcAft>
            </a:pPr>
            <a:r>
              <a:rPr lang="id-ID" sz="1800" dirty="0" smtClean="0">
                <a:latin typeface="Times New Roman" panose="02020603050405020304" pitchFamily="18" charset="0"/>
                <a:ea typeface="Calibri" panose="020F0502020204030204" pitchFamily="34" charset="0"/>
                <a:cs typeface="Times New Roman" panose="02020603050405020304" pitchFamily="18" charset="0"/>
              </a:rPr>
              <a:t>Akhir </a:t>
            </a:r>
            <a:r>
              <a:rPr lang="id-ID" sz="1800" dirty="0">
                <a:latin typeface="Times New Roman" panose="02020603050405020304" pitchFamily="18" charset="0"/>
                <a:ea typeface="Calibri" panose="020F0502020204030204" pitchFamily="34" charset="0"/>
                <a:cs typeface="Times New Roman" panose="02020603050405020304" pitchFamily="18" charset="0"/>
              </a:rPr>
              <a:t>masa kanak-kanak atau masa anak sekolah ini berlangsung dari umur 6 tahun sampai umur 12 tahun. Selanjutnya Kohnstam menamakan masa kanak-kanak akhir atau masa anak sekolah ini dengan masa intelektual, dimana anak-anak telah siap untuk mendapatkan pendidikan di sekolah dan perkembangannya berpusat pada aspek intelek. Adapun Erikson menekankan masa ini sebagai masa timbulnya “sense of accomplishment” di mana anak-anak pada masa ini merasa siap untuk enerima tuntutan yang dapat timbul dari orang lain dan melaksanakan/menyelesaikan tuntutan itu. Kondisi inilah kiranya yang menjadikan anak-anak masa ini memasuki masa keserasian untuk bersekolah.</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1503" y="2010025"/>
            <a:ext cx="4416594" cy="374077"/>
          </a:xfrm>
          <a:prstGeom prst="rect">
            <a:avLst/>
          </a:prstGeom>
        </p:spPr>
        <p:txBody>
          <a:bodyPr wrap="none">
            <a:spAutoFit/>
          </a:bodyPr>
          <a:lstStyle/>
          <a:p>
            <a:pPr algn="just">
              <a:lnSpc>
                <a:spcPct val="107000"/>
              </a:lnSpc>
              <a:spcAft>
                <a:spcPts val="800"/>
              </a:spcAft>
            </a:pPr>
            <a:r>
              <a:rPr lang="id-ID" sz="1800" dirty="0">
                <a:latin typeface="Times New Roman" panose="02020603050405020304" pitchFamily="18" charset="0"/>
                <a:ea typeface="Calibri" panose="020F0502020204030204" pitchFamily="34" charset="0"/>
                <a:cs typeface="Times New Roman" panose="02020603050405020304" pitchFamily="18" charset="0"/>
              </a:rPr>
              <a:t>6. Masa Kanak-kanak Akhir (Later Chilhood)</a:t>
            </a: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p:cNvPicPr>
            <a:picLocks noChangeAspect="1"/>
          </p:cNvPicPr>
          <p:nvPr/>
        </p:nvPicPr>
        <p:blipFill>
          <a:blip r:embed="rId4">
            <a:clrChange>
              <a:clrFrom>
                <a:srgbClr val="FCCDB1"/>
              </a:clrFrom>
              <a:clrTo>
                <a:srgbClr val="FCCDB1">
                  <a:alpha val="0"/>
                </a:srgbClr>
              </a:clrTo>
            </a:clrChange>
            <a:extLst>
              <a:ext uri="{28A0092B-C50C-407E-A947-70E740481C1C}">
                <a14:useLocalDpi xmlns:a14="http://schemas.microsoft.com/office/drawing/2010/main" val="0"/>
              </a:ext>
            </a:extLst>
          </a:blip>
          <a:stretch>
            <a:fillRect/>
          </a:stretch>
        </p:blipFill>
        <p:spPr>
          <a:xfrm>
            <a:off x="6469039" y="3494754"/>
            <a:ext cx="5990514" cy="3363246"/>
          </a:xfrm>
          <a:prstGeom prst="rect">
            <a:avLst/>
          </a:prstGeom>
        </p:spPr>
      </p:pic>
    </p:spTree>
    <p:extLst>
      <p:ext uri="{BB962C8B-B14F-4D97-AF65-F5344CB8AC3E}">
        <p14:creationId xmlns:p14="http://schemas.microsoft.com/office/powerpoint/2010/main" val="30269762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title"/>
          </p:nvPr>
        </p:nvSpPr>
        <p:spPr>
          <a:xfrm>
            <a:off x="0" y="380303"/>
            <a:ext cx="6687403"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F3F3F"/>
              </a:buClr>
              <a:buSzPts val="4400"/>
              <a:buFont typeface="Calibri"/>
              <a:buNone/>
            </a:pPr>
            <a:r>
              <a:rPr lang="id-ID" dirty="0" smtClean="0"/>
              <a:t>PEMBAGIAN MASA-MASA PERKEMBANGAN</a:t>
            </a:r>
            <a:endParaRPr dirty="0">
              <a:solidFill>
                <a:srgbClr val="3F3F3F"/>
              </a:solidFill>
            </a:endParaRPr>
          </a:p>
        </p:txBody>
      </p:sp>
      <p:pic>
        <p:nvPicPr>
          <p:cNvPr id="17" name="Picture 16"/>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74508" y="69069"/>
            <a:ext cx="4413472" cy="495736"/>
          </a:xfrm>
          <a:prstGeom prst="rect">
            <a:avLst/>
          </a:prstGeom>
        </p:spPr>
      </p:pic>
      <p:pic>
        <p:nvPicPr>
          <p:cNvPr id="7" name="Picture 6"/>
          <p:cNvPicPr>
            <a:picLocks noChangeAspect="1"/>
          </p:cNvPicPr>
          <p:nvPr/>
        </p:nvPicPr>
        <p:blipFill>
          <a:blip r:embed="rId4">
            <a:clrChange>
              <a:clrFrom>
                <a:srgbClr val="FCCDB1"/>
              </a:clrFrom>
              <a:clrTo>
                <a:srgbClr val="FCCDB1">
                  <a:alpha val="0"/>
                </a:srgbClr>
              </a:clrTo>
            </a:clrChange>
            <a:extLst>
              <a:ext uri="{28A0092B-C50C-407E-A947-70E740481C1C}">
                <a14:useLocalDpi xmlns:a14="http://schemas.microsoft.com/office/drawing/2010/main" val="0"/>
              </a:ext>
            </a:extLst>
          </a:blip>
          <a:stretch>
            <a:fillRect/>
          </a:stretch>
        </p:blipFill>
        <p:spPr>
          <a:xfrm>
            <a:off x="6469039" y="3494754"/>
            <a:ext cx="5990514" cy="3363246"/>
          </a:xfrm>
          <a:prstGeom prst="rect">
            <a:avLst/>
          </a:prstGeom>
        </p:spPr>
      </p:pic>
      <p:sp>
        <p:nvSpPr>
          <p:cNvPr id="2" name="Rectangle 1"/>
          <p:cNvSpPr/>
          <p:nvPr/>
        </p:nvSpPr>
        <p:spPr>
          <a:xfrm>
            <a:off x="891653" y="2714444"/>
            <a:ext cx="8320585" cy="3466334"/>
          </a:xfrm>
          <a:prstGeom prst="rect">
            <a:avLst/>
          </a:prstGeom>
        </p:spPr>
        <p:txBody>
          <a:bodyPr wrap="square">
            <a:spAutoFit/>
          </a:bodyPr>
          <a:lstStyle/>
          <a:p>
            <a:pPr algn="just">
              <a:lnSpc>
                <a:spcPct val="107000"/>
              </a:lnSpc>
              <a:spcAft>
                <a:spcPts val="800"/>
              </a:spcAft>
            </a:pPr>
            <a:r>
              <a:rPr lang="id-ID" sz="1800" dirty="0" smtClean="0">
                <a:latin typeface="Times New Roman" panose="02020603050405020304" pitchFamily="18" charset="0"/>
                <a:ea typeface="Calibri" panose="020F0502020204030204" pitchFamily="34" charset="0"/>
                <a:cs typeface="Times New Roman" panose="02020603050405020304" pitchFamily="18" charset="0"/>
              </a:rPr>
              <a:t>Masa </a:t>
            </a:r>
            <a:r>
              <a:rPr lang="id-ID" sz="1800" dirty="0">
                <a:latin typeface="Times New Roman" panose="02020603050405020304" pitchFamily="18" charset="0"/>
                <a:ea typeface="Calibri" panose="020F0502020204030204" pitchFamily="34" charset="0"/>
                <a:cs typeface="Times New Roman" panose="02020603050405020304" pitchFamily="18" charset="0"/>
              </a:rPr>
              <a:t>Puber merupakan periode yang tumpang tindih Karena mencakup tahun-tahun akhir masa kanak-kanak dan tahun-tahun awal masa remaja. Yaitu umur 11,0 atau 12,0 sampai umur 15,0 atau 16,0. Kriteria yang sering digunakan untuk menentukan permulaan masa puber adalah haid yang pertama kali pada anak perempuan dan mimpi basah pada anak laki-laki. Ada empat perubahan tubuh yang utama pada masa puber, yaitu:</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07000"/>
              </a:lnSpc>
              <a:spcAft>
                <a:spcPts val="800"/>
              </a:spcAft>
            </a:pPr>
            <a:r>
              <a:rPr lang="id-ID" sz="1800" dirty="0">
                <a:latin typeface="Times New Roman" panose="02020603050405020304" pitchFamily="18" charset="0"/>
                <a:ea typeface="Calibri" panose="020F0502020204030204" pitchFamily="34" charset="0"/>
                <a:cs typeface="Times New Roman" panose="02020603050405020304" pitchFamily="18" charset="0"/>
              </a:rPr>
              <a:t>a. Perubahan besarnya tubuh.</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07000"/>
              </a:lnSpc>
              <a:spcAft>
                <a:spcPts val="800"/>
              </a:spcAft>
            </a:pPr>
            <a:r>
              <a:rPr lang="id-ID" sz="1800" dirty="0">
                <a:latin typeface="Times New Roman" panose="02020603050405020304" pitchFamily="18" charset="0"/>
                <a:ea typeface="Calibri" panose="020F0502020204030204" pitchFamily="34" charset="0"/>
                <a:cs typeface="Times New Roman" panose="02020603050405020304" pitchFamily="18" charset="0"/>
              </a:rPr>
              <a:t>b. Perubahan proporsi tubuh.</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07000"/>
              </a:lnSpc>
              <a:spcAft>
                <a:spcPts val="800"/>
              </a:spcAft>
            </a:pPr>
            <a:r>
              <a:rPr lang="id-ID" sz="1800" dirty="0">
                <a:latin typeface="Times New Roman" panose="02020603050405020304" pitchFamily="18" charset="0"/>
                <a:ea typeface="Calibri" panose="020F0502020204030204" pitchFamily="34" charset="0"/>
                <a:cs typeface="Times New Roman" panose="02020603050405020304" pitchFamily="18" charset="0"/>
              </a:rPr>
              <a:t>c. Pertumbuhan ciri-ciri seks primer.</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07000"/>
              </a:lnSpc>
              <a:spcAft>
                <a:spcPts val="800"/>
              </a:spcAft>
            </a:pPr>
            <a:r>
              <a:rPr lang="id-ID" sz="1800" dirty="0">
                <a:latin typeface="Times New Roman" panose="02020603050405020304" pitchFamily="18" charset="0"/>
                <a:ea typeface="Calibri" panose="020F0502020204030204" pitchFamily="34" charset="0"/>
                <a:cs typeface="Times New Roman" panose="02020603050405020304" pitchFamily="18" charset="0"/>
              </a:rPr>
              <a:t>d. Perubahan pada ciri-ciri seks sekunder.</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107536" y="2111355"/>
            <a:ext cx="2441694" cy="374077"/>
          </a:xfrm>
          <a:prstGeom prst="rect">
            <a:avLst/>
          </a:prstGeom>
        </p:spPr>
        <p:txBody>
          <a:bodyPr wrap="none">
            <a:spAutoFit/>
          </a:bodyPr>
          <a:lstStyle/>
          <a:p>
            <a:pPr algn="just">
              <a:lnSpc>
                <a:spcPct val="107000"/>
              </a:lnSpc>
              <a:spcAft>
                <a:spcPts val="800"/>
              </a:spcAft>
            </a:pPr>
            <a:r>
              <a:rPr lang="id-ID" sz="1800" dirty="0">
                <a:latin typeface="Times New Roman" panose="02020603050405020304" pitchFamily="18" charset="0"/>
                <a:ea typeface="Calibri" panose="020F0502020204030204" pitchFamily="34" charset="0"/>
                <a:cs typeface="Times New Roman" panose="02020603050405020304" pitchFamily="18" charset="0"/>
              </a:rPr>
              <a:t>7. Masa Puber (Puberty)</a:t>
            </a: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738236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title"/>
          </p:nvPr>
        </p:nvSpPr>
        <p:spPr>
          <a:xfrm>
            <a:off x="0" y="380303"/>
            <a:ext cx="6687403"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F3F3F"/>
              </a:buClr>
              <a:buSzPts val="4400"/>
              <a:buFont typeface="Calibri"/>
              <a:buNone/>
            </a:pPr>
            <a:r>
              <a:rPr lang="id-ID" dirty="0" smtClean="0"/>
              <a:t>PEMBAGIAN MASA-MASA PERKEMBANGAN</a:t>
            </a:r>
            <a:endParaRPr dirty="0">
              <a:solidFill>
                <a:srgbClr val="3F3F3F"/>
              </a:solidFill>
            </a:endParaRPr>
          </a:p>
        </p:txBody>
      </p:sp>
      <p:pic>
        <p:nvPicPr>
          <p:cNvPr id="17" name="Picture 16"/>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74508" y="69069"/>
            <a:ext cx="4413472" cy="495736"/>
          </a:xfrm>
          <a:prstGeom prst="rect">
            <a:avLst/>
          </a:prstGeom>
        </p:spPr>
      </p:pic>
      <p:sp>
        <p:nvSpPr>
          <p:cNvPr id="4" name="Rectangle 3"/>
          <p:cNvSpPr/>
          <p:nvPr/>
        </p:nvSpPr>
        <p:spPr>
          <a:xfrm>
            <a:off x="1150960" y="2954250"/>
            <a:ext cx="8074925" cy="1277786"/>
          </a:xfrm>
          <a:prstGeom prst="rect">
            <a:avLst/>
          </a:prstGeom>
        </p:spPr>
        <p:txBody>
          <a:bodyPr wrap="square">
            <a:spAutoFit/>
          </a:bodyPr>
          <a:lstStyle/>
          <a:p>
            <a:pPr algn="just">
              <a:lnSpc>
                <a:spcPct val="107000"/>
              </a:lnSpc>
              <a:spcAft>
                <a:spcPts val="800"/>
              </a:spcAft>
            </a:pPr>
            <a:r>
              <a:rPr lang="id-ID" sz="1800" dirty="0" smtClean="0">
                <a:latin typeface="Times New Roman" panose="02020603050405020304" pitchFamily="18" charset="0"/>
                <a:ea typeface="Calibri" panose="020F0502020204030204" pitchFamily="34" charset="0"/>
                <a:cs typeface="Times New Roman" panose="02020603050405020304" pitchFamily="18" charset="0"/>
              </a:rPr>
              <a:t>Dewasa </a:t>
            </a:r>
            <a:r>
              <a:rPr lang="id-ID" sz="1800" dirty="0">
                <a:latin typeface="Times New Roman" panose="02020603050405020304" pitchFamily="18" charset="0"/>
                <a:ea typeface="Calibri" panose="020F0502020204030204" pitchFamily="34" charset="0"/>
                <a:cs typeface="Times New Roman" panose="02020603050405020304" pitchFamily="18" charset="0"/>
              </a:rPr>
              <a:t>adalah periode yang paling penting dalam masa khidupan, masa ini dibagi dalam 3 periode yaitu: Masa dewasa awal dari umur </a:t>
            </a:r>
            <a:r>
              <a:rPr lang="id-ID" sz="1800" dirty="0" smtClean="0">
                <a:latin typeface="Times New Roman" panose="02020603050405020304" pitchFamily="18" charset="0"/>
                <a:ea typeface="Calibri" panose="020F0502020204030204" pitchFamily="34" charset="0"/>
                <a:cs typeface="Times New Roman" panose="02020603050405020304" pitchFamily="18" charset="0"/>
              </a:rPr>
              <a:t>21 </a:t>
            </a:r>
            <a:r>
              <a:rPr lang="id-ID" sz="1800" dirty="0">
                <a:latin typeface="Times New Roman" panose="02020603050405020304" pitchFamily="18" charset="0"/>
                <a:ea typeface="Calibri" panose="020F0502020204030204" pitchFamily="34" charset="0"/>
                <a:cs typeface="Times New Roman" panose="02020603050405020304" pitchFamily="18" charset="0"/>
              </a:rPr>
              <a:t>sampai umur </a:t>
            </a:r>
            <a:r>
              <a:rPr lang="id-ID" sz="1800" dirty="0" smtClean="0">
                <a:latin typeface="Times New Roman" panose="02020603050405020304" pitchFamily="18" charset="0"/>
                <a:ea typeface="Calibri" panose="020F0502020204030204" pitchFamily="34" charset="0"/>
                <a:cs typeface="Times New Roman" panose="02020603050405020304" pitchFamily="18" charset="0"/>
              </a:rPr>
              <a:t>40. </a:t>
            </a:r>
            <a:r>
              <a:rPr lang="id-ID" sz="1800" dirty="0">
                <a:latin typeface="Times New Roman" panose="02020603050405020304" pitchFamily="18" charset="0"/>
                <a:ea typeface="Calibri" panose="020F0502020204030204" pitchFamily="34" charset="0"/>
                <a:cs typeface="Times New Roman" panose="02020603050405020304" pitchFamily="18" charset="0"/>
              </a:rPr>
              <a:t>Masa dewasa pertengahan, dari umur </a:t>
            </a:r>
            <a:r>
              <a:rPr lang="id-ID" sz="1800" dirty="0" smtClean="0">
                <a:latin typeface="Times New Roman" panose="02020603050405020304" pitchFamily="18" charset="0"/>
                <a:ea typeface="Calibri" panose="020F0502020204030204" pitchFamily="34" charset="0"/>
                <a:cs typeface="Times New Roman" panose="02020603050405020304" pitchFamily="18" charset="0"/>
              </a:rPr>
              <a:t>40 </a:t>
            </a:r>
            <a:r>
              <a:rPr lang="id-ID" sz="1800" dirty="0">
                <a:latin typeface="Times New Roman" panose="02020603050405020304" pitchFamily="18" charset="0"/>
                <a:ea typeface="Calibri" panose="020F0502020204030204" pitchFamily="34" charset="0"/>
                <a:cs typeface="Times New Roman" panose="02020603050405020304" pitchFamily="18" charset="0"/>
              </a:rPr>
              <a:t>sampai umur </a:t>
            </a:r>
            <a:r>
              <a:rPr lang="id-ID" sz="1800" dirty="0" smtClean="0">
                <a:latin typeface="Times New Roman" panose="02020603050405020304" pitchFamily="18" charset="0"/>
                <a:ea typeface="Calibri" panose="020F0502020204030204" pitchFamily="34" charset="0"/>
                <a:cs typeface="Times New Roman" panose="02020603050405020304" pitchFamily="18" charset="0"/>
              </a:rPr>
              <a:t>60. </a:t>
            </a:r>
            <a:r>
              <a:rPr lang="id-ID" sz="1800" dirty="0">
                <a:latin typeface="Times New Roman" panose="02020603050405020304" pitchFamily="18" charset="0"/>
                <a:ea typeface="Calibri" panose="020F0502020204030204" pitchFamily="34" charset="0"/>
                <a:cs typeface="Times New Roman" panose="02020603050405020304" pitchFamily="18" charset="0"/>
              </a:rPr>
              <a:t>dan masa akhir atau usia lanjut, dari umur </a:t>
            </a:r>
            <a:r>
              <a:rPr lang="id-ID" sz="1800" dirty="0" smtClean="0">
                <a:latin typeface="Times New Roman" panose="02020603050405020304" pitchFamily="18" charset="0"/>
                <a:ea typeface="Calibri" panose="020F0502020204030204" pitchFamily="34" charset="0"/>
                <a:cs typeface="Times New Roman" panose="02020603050405020304" pitchFamily="18" charset="0"/>
              </a:rPr>
              <a:t>60 </a:t>
            </a:r>
            <a:r>
              <a:rPr lang="id-ID" sz="1800" dirty="0">
                <a:latin typeface="Times New Roman" panose="02020603050405020304" pitchFamily="18" charset="0"/>
                <a:ea typeface="Calibri" panose="020F0502020204030204" pitchFamily="34" charset="0"/>
                <a:cs typeface="Times New Roman" panose="02020603050405020304" pitchFamily="18" charset="0"/>
              </a:rPr>
              <a:t>sampai mati.</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114977" y="2069208"/>
            <a:ext cx="4019049" cy="374077"/>
          </a:xfrm>
          <a:prstGeom prst="rect">
            <a:avLst/>
          </a:prstGeom>
        </p:spPr>
        <p:txBody>
          <a:bodyPr wrap="none">
            <a:spAutoFit/>
          </a:bodyPr>
          <a:lstStyle/>
          <a:p>
            <a:pPr algn="just">
              <a:lnSpc>
                <a:spcPct val="107000"/>
              </a:lnSpc>
              <a:spcAft>
                <a:spcPts val="800"/>
              </a:spcAft>
            </a:pPr>
            <a:r>
              <a:rPr lang="id-ID" sz="1800" dirty="0">
                <a:latin typeface="Times New Roman" panose="02020603050405020304" pitchFamily="18" charset="0"/>
                <a:ea typeface="Calibri" panose="020F0502020204030204" pitchFamily="34" charset="0"/>
                <a:cs typeface="Times New Roman" panose="02020603050405020304" pitchFamily="18" charset="0"/>
              </a:rPr>
              <a:t>8. Masa Dewasa Awal (Early Adulthood)</a:t>
            </a: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137778" y="3616657"/>
            <a:ext cx="4690067" cy="3004824"/>
          </a:xfrm>
          <a:prstGeom prst="rect">
            <a:avLst/>
          </a:prstGeom>
        </p:spPr>
      </p:pic>
    </p:spTree>
    <p:extLst>
      <p:ext uri="{BB962C8B-B14F-4D97-AF65-F5344CB8AC3E}">
        <p14:creationId xmlns:p14="http://schemas.microsoft.com/office/powerpoint/2010/main" val="35404939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title"/>
          </p:nvPr>
        </p:nvSpPr>
        <p:spPr>
          <a:xfrm>
            <a:off x="0" y="380303"/>
            <a:ext cx="6687403"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F3F3F"/>
              </a:buClr>
              <a:buSzPts val="4400"/>
              <a:buFont typeface="Calibri"/>
              <a:buNone/>
            </a:pPr>
            <a:r>
              <a:rPr lang="id-ID" dirty="0" smtClean="0"/>
              <a:t>PEMBAGIAN MASA-MASA PERKEMBANGAN</a:t>
            </a:r>
            <a:endParaRPr dirty="0">
              <a:solidFill>
                <a:srgbClr val="3F3F3F"/>
              </a:solidFill>
            </a:endParaRPr>
          </a:p>
        </p:txBody>
      </p:sp>
      <p:pic>
        <p:nvPicPr>
          <p:cNvPr id="17" name="Picture 16"/>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74508" y="69069"/>
            <a:ext cx="4413472" cy="495736"/>
          </a:xfrm>
          <a:prstGeom prst="rect">
            <a:avLst/>
          </a:prstGeom>
        </p:spPr>
      </p:pic>
      <p:pic>
        <p:nvPicPr>
          <p:cNvPr id="6" name="Picture 5"/>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052179" y="3616657"/>
            <a:ext cx="3775666" cy="3004824"/>
          </a:xfrm>
          <a:prstGeom prst="rect">
            <a:avLst/>
          </a:prstGeom>
        </p:spPr>
      </p:pic>
      <p:sp>
        <p:nvSpPr>
          <p:cNvPr id="2" name="Rectangle 1"/>
          <p:cNvSpPr/>
          <p:nvPr/>
        </p:nvSpPr>
        <p:spPr>
          <a:xfrm>
            <a:off x="755175" y="2713504"/>
            <a:ext cx="7297003" cy="3664336"/>
          </a:xfrm>
          <a:prstGeom prst="rect">
            <a:avLst/>
          </a:prstGeom>
        </p:spPr>
        <p:txBody>
          <a:bodyPr wrap="square">
            <a:spAutoFit/>
          </a:bodyPr>
          <a:lstStyle/>
          <a:p>
            <a:pPr algn="just">
              <a:lnSpc>
                <a:spcPct val="107000"/>
              </a:lnSpc>
              <a:spcAft>
                <a:spcPts val="800"/>
              </a:spcAft>
            </a:pPr>
            <a:r>
              <a:rPr lang="id-ID" sz="1600" dirty="0" smtClean="0">
                <a:latin typeface="Times New Roman" panose="02020603050405020304" pitchFamily="18" charset="0"/>
                <a:ea typeface="Calibri" panose="020F0502020204030204" pitchFamily="34" charset="0"/>
                <a:cs typeface="Times New Roman" panose="02020603050405020304" pitchFamily="18" charset="0"/>
              </a:rPr>
              <a:t>Masa </a:t>
            </a:r>
            <a:r>
              <a:rPr lang="id-ID" sz="1600" dirty="0">
                <a:latin typeface="Times New Roman" panose="02020603050405020304" pitchFamily="18" charset="0"/>
                <a:ea typeface="Calibri" panose="020F0502020204030204" pitchFamily="34" charset="0"/>
                <a:cs typeface="Times New Roman" panose="02020603050405020304" pitchFamily="18" charset="0"/>
              </a:rPr>
              <a:t>dewasa madya ini berlangsung dari umur empat puluh sampai umur enam puluh tahun. Ciri-ciri yang menyangkut pribadi dan sosial pada masa ini antara lain:</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id-ID" sz="1600" dirty="0">
                <a:latin typeface="Times New Roman" panose="02020603050405020304" pitchFamily="18" charset="0"/>
                <a:ea typeface="Calibri" panose="020F0502020204030204" pitchFamily="34" charset="0"/>
                <a:cs typeface="Times New Roman" panose="02020603050405020304" pitchFamily="18" charset="0"/>
              </a:rPr>
              <a:t>a. Masa dewasa madya merupakan periode yang ditakuti dilihat dari seluruh kehidupan manusia.</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id-ID" sz="1600" dirty="0">
                <a:latin typeface="Times New Roman" panose="02020603050405020304" pitchFamily="18" charset="0"/>
                <a:ea typeface="Calibri" panose="020F0502020204030204" pitchFamily="34" charset="0"/>
                <a:cs typeface="Times New Roman" panose="02020603050405020304" pitchFamily="18" charset="0"/>
              </a:rPr>
              <a:t>b. Masa dewasa madya merupakan masa transisi, dimana pria dan </a:t>
            </a:r>
            <a:r>
              <a:rPr lang="id-ID" sz="1600" dirty="0" smtClean="0">
                <a:latin typeface="Times New Roman" panose="02020603050405020304" pitchFamily="18" charset="0"/>
                <a:ea typeface="Calibri" panose="020F0502020204030204" pitchFamily="34" charset="0"/>
                <a:cs typeface="Times New Roman" panose="02020603050405020304" pitchFamily="18" charset="0"/>
              </a:rPr>
              <a:t>wanita meninggalkan </a:t>
            </a:r>
            <a:r>
              <a:rPr lang="id-ID" sz="1600" dirty="0">
                <a:latin typeface="Times New Roman" panose="02020603050405020304" pitchFamily="18" charset="0"/>
                <a:ea typeface="Calibri" panose="020F0502020204030204" pitchFamily="34" charset="0"/>
                <a:cs typeface="Times New Roman" panose="02020603050405020304" pitchFamily="18" charset="0"/>
              </a:rPr>
              <a:t>ciri-ciri jasmani dan prilaku masa dewasanya dan memasuki suatu periode dalam kehidupan dengan ciri-ciri jasmani dan prilaku yang baru.</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id-ID" sz="1600" dirty="0">
                <a:latin typeface="Times New Roman" panose="02020603050405020304" pitchFamily="18" charset="0"/>
                <a:ea typeface="Calibri" panose="020F0502020204030204" pitchFamily="34" charset="0"/>
                <a:cs typeface="Times New Roman" panose="02020603050405020304" pitchFamily="18" charset="0"/>
              </a:rPr>
              <a:t>c. Masa dewasa madya adalah masa berprestasi. Menurut Erikson, selama usia madya ini orang akan menjadi lebih sukses atau sebaliknya mereka berhenti (stagnasi).  </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id-ID" sz="1600" dirty="0">
                <a:latin typeface="Times New Roman" panose="02020603050405020304" pitchFamily="18" charset="0"/>
                <a:ea typeface="Calibri" panose="020F0502020204030204" pitchFamily="34" charset="0"/>
                <a:cs typeface="Times New Roman" panose="02020603050405020304" pitchFamily="18" charset="0"/>
              </a:rPr>
              <a:t>d. Pada masa dewasa madya ini perhatian terhadap agama lebih besar perhatiannya terhadap agama ini dilandasi kebutuhan pribadi dan sosial.</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151335" y="2022715"/>
            <a:ext cx="4301177" cy="374077"/>
          </a:xfrm>
          <a:prstGeom prst="rect">
            <a:avLst/>
          </a:prstGeom>
        </p:spPr>
        <p:txBody>
          <a:bodyPr wrap="none">
            <a:spAutoFit/>
          </a:bodyPr>
          <a:lstStyle/>
          <a:p>
            <a:pPr algn="just">
              <a:lnSpc>
                <a:spcPct val="107000"/>
              </a:lnSpc>
              <a:spcAft>
                <a:spcPts val="800"/>
              </a:spcAft>
            </a:pPr>
            <a:r>
              <a:rPr lang="id-ID" sz="1800" dirty="0">
                <a:latin typeface="Times New Roman" panose="02020603050405020304" pitchFamily="18" charset="0"/>
                <a:ea typeface="Calibri" panose="020F0502020204030204" pitchFamily="34" charset="0"/>
                <a:cs typeface="Times New Roman" panose="02020603050405020304" pitchFamily="18" charset="0"/>
              </a:rPr>
              <a:t>9. Masa Dewasa madya (Middle Adulthood)</a:t>
            </a: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72719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title"/>
          </p:nvPr>
        </p:nvSpPr>
        <p:spPr>
          <a:xfrm>
            <a:off x="0" y="380303"/>
            <a:ext cx="6687403"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F3F3F"/>
              </a:buClr>
              <a:buSzPts val="4400"/>
              <a:buFont typeface="Calibri"/>
              <a:buNone/>
            </a:pPr>
            <a:r>
              <a:rPr lang="id-ID" dirty="0" smtClean="0"/>
              <a:t>PEMBAGIAN MASA-MASA PERKEMBANGAN</a:t>
            </a:r>
            <a:endParaRPr dirty="0">
              <a:solidFill>
                <a:srgbClr val="3F3F3F"/>
              </a:solidFill>
            </a:endParaRPr>
          </a:p>
        </p:txBody>
      </p:sp>
      <p:pic>
        <p:nvPicPr>
          <p:cNvPr id="17" name="Picture 16"/>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74508" y="69069"/>
            <a:ext cx="4413472" cy="495736"/>
          </a:xfrm>
          <a:prstGeom prst="rect">
            <a:avLst/>
          </a:prstGeom>
        </p:spPr>
      </p:pic>
      <p:sp>
        <p:nvSpPr>
          <p:cNvPr id="4" name="Rectangle 3"/>
          <p:cNvSpPr/>
          <p:nvPr/>
        </p:nvSpPr>
        <p:spPr>
          <a:xfrm>
            <a:off x="170372" y="2847201"/>
            <a:ext cx="7624549" cy="981423"/>
          </a:xfrm>
          <a:prstGeom prst="rect">
            <a:avLst/>
          </a:prstGeom>
        </p:spPr>
        <p:txBody>
          <a:bodyPr wrap="square">
            <a:spAutoFit/>
          </a:bodyPr>
          <a:lstStyle/>
          <a:p>
            <a:pPr algn="just">
              <a:lnSpc>
                <a:spcPct val="107000"/>
              </a:lnSpc>
              <a:spcAft>
                <a:spcPts val="800"/>
              </a:spcAft>
            </a:pPr>
            <a:r>
              <a:rPr lang="id-ID" sz="1800" dirty="0" smtClean="0">
                <a:latin typeface="Times New Roman" panose="02020603050405020304" pitchFamily="18" charset="0"/>
                <a:ea typeface="Calibri" panose="020F0502020204030204" pitchFamily="34" charset="0"/>
                <a:cs typeface="Times New Roman" panose="02020603050405020304" pitchFamily="18" charset="0"/>
              </a:rPr>
              <a:t>Usia </a:t>
            </a:r>
            <a:r>
              <a:rPr lang="id-ID" sz="1800" dirty="0">
                <a:latin typeface="Times New Roman" panose="02020603050405020304" pitchFamily="18" charset="0"/>
                <a:ea typeface="Calibri" panose="020F0502020204030204" pitchFamily="34" charset="0"/>
                <a:cs typeface="Times New Roman" panose="02020603050405020304" pitchFamily="18" charset="0"/>
              </a:rPr>
              <a:t>lanjut adalah periode penutup dalam rentang hidup seseorang. Masa ini dimulai dari umur enam puluh tahun sampai mati, yang di tandai dengan adanya perubahan yang bersifat fisik dan psikologis yang semakin menurun.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66190" y="1976710"/>
            <a:ext cx="3916457" cy="374077"/>
          </a:xfrm>
          <a:prstGeom prst="rect">
            <a:avLst/>
          </a:prstGeom>
        </p:spPr>
        <p:txBody>
          <a:bodyPr wrap="none">
            <a:spAutoFit/>
          </a:bodyPr>
          <a:lstStyle/>
          <a:p>
            <a:pPr algn="just">
              <a:lnSpc>
                <a:spcPct val="107000"/>
              </a:lnSpc>
              <a:spcAft>
                <a:spcPts val="800"/>
              </a:spcAft>
            </a:pPr>
            <a:r>
              <a:rPr lang="id-ID" sz="1800" dirty="0">
                <a:latin typeface="Times New Roman" panose="02020603050405020304" pitchFamily="18" charset="0"/>
                <a:ea typeface="Calibri" panose="020F0502020204030204" pitchFamily="34" charset="0"/>
                <a:cs typeface="Times New Roman" panose="02020603050405020304" pitchFamily="18" charset="0"/>
              </a:rPr>
              <a:t>10. Masa Usia Lanjut (Later Adulthood)</a:t>
            </a: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960359" y="1706003"/>
            <a:ext cx="5131983" cy="5131983"/>
          </a:xfrm>
          <a:prstGeom prst="rect">
            <a:avLst/>
          </a:prstGeom>
        </p:spPr>
      </p:pic>
    </p:spTree>
    <p:extLst>
      <p:ext uri="{BB962C8B-B14F-4D97-AF65-F5344CB8AC3E}">
        <p14:creationId xmlns:p14="http://schemas.microsoft.com/office/powerpoint/2010/main" val="9035902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7"/>
          <p:cNvSpPr txBox="1">
            <a:spLocks noGrp="1"/>
          </p:cNvSpPr>
          <p:nvPr>
            <p:ph type="title"/>
          </p:nvPr>
        </p:nvSpPr>
        <p:spPr>
          <a:xfrm>
            <a:off x="-435725" y="3905262"/>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3F3F3F"/>
              </a:buClr>
              <a:buSzPts val="7200"/>
              <a:buFont typeface="Calibri"/>
              <a:buNone/>
            </a:pPr>
            <a:r>
              <a:rPr lang="en-US" sz="7200" dirty="0" smtClean="0"/>
              <a:t>TERIMA KASIH</a:t>
            </a:r>
            <a:endParaRPr dirty="0"/>
          </a:p>
        </p:txBody>
      </p:sp>
      <p:sp>
        <p:nvSpPr>
          <p:cNvPr id="512" name="Google Shape;512;p7"/>
          <p:cNvSpPr txBox="1">
            <a:spLocks noGrp="1"/>
          </p:cNvSpPr>
          <p:nvPr>
            <p:ph type="body" idx="1"/>
          </p:nvPr>
        </p:nvSpPr>
        <p:spPr>
          <a:xfrm>
            <a:off x="-435725" y="1693350"/>
            <a:ext cx="10515600" cy="10800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424242"/>
              </a:buClr>
              <a:buSzPts val="3200"/>
              <a:buNone/>
            </a:pPr>
            <a:r>
              <a:rPr lang="en-US" sz="3200" b="0" i="0" dirty="0">
                <a:solidFill>
                  <a:srgbClr val="424242"/>
                </a:solidFill>
                <a:latin typeface="Open Sans"/>
                <a:ea typeface="Open Sans"/>
                <a:cs typeface="Open Sans"/>
                <a:sym typeface="Open Sans"/>
              </a:rPr>
              <a:t>“</a:t>
            </a:r>
            <a:r>
              <a:rPr lang="en-US" sz="3200" b="0" i="0" dirty="0" err="1" smtClean="0">
                <a:solidFill>
                  <a:srgbClr val="424242"/>
                </a:solidFill>
                <a:latin typeface="Open Sans"/>
                <a:ea typeface="Open Sans"/>
                <a:cs typeface="Open Sans"/>
                <a:sym typeface="Open Sans"/>
              </a:rPr>
              <a:t>Seorang</a:t>
            </a:r>
            <a:r>
              <a:rPr lang="en-US" sz="3200" b="0" i="0" dirty="0" smtClean="0">
                <a:solidFill>
                  <a:srgbClr val="424242"/>
                </a:solidFill>
                <a:latin typeface="Open Sans"/>
                <a:ea typeface="Open Sans"/>
                <a:cs typeface="Open Sans"/>
                <a:sym typeface="Open Sans"/>
              </a:rPr>
              <a:t> </a:t>
            </a:r>
            <a:r>
              <a:rPr lang="en-US" sz="3200" b="0" i="0" dirty="0" err="1" smtClean="0">
                <a:solidFill>
                  <a:srgbClr val="424242"/>
                </a:solidFill>
                <a:latin typeface="Open Sans"/>
                <a:ea typeface="Open Sans"/>
                <a:cs typeface="Open Sans"/>
                <a:sym typeface="Open Sans"/>
              </a:rPr>
              <a:t>ahli</a:t>
            </a:r>
            <a:r>
              <a:rPr lang="en-US" sz="3200" b="0" i="0" dirty="0" smtClean="0">
                <a:solidFill>
                  <a:srgbClr val="424242"/>
                </a:solidFill>
                <a:latin typeface="Open Sans"/>
                <a:ea typeface="Open Sans"/>
                <a:cs typeface="Open Sans"/>
                <a:sym typeface="Open Sans"/>
              </a:rPr>
              <a:t> </a:t>
            </a:r>
            <a:r>
              <a:rPr lang="en-US" sz="3200" b="0" i="0" dirty="0" err="1" smtClean="0">
                <a:solidFill>
                  <a:srgbClr val="424242"/>
                </a:solidFill>
                <a:latin typeface="Open Sans"/>
                <a:ea typeface="Open Sans"/>
                <a:cs typeface="Open Sans"/>
                <a:sym typeface="Open Sans"/>
              </a:rPr>
              <a:t>dalam</a:t>
            </a:r>
            <a:r>
              <a:rPr lang="en-US" sz="3200" b="0" i="0" dirty="0" smtClean="0">
                <a:solidFill>
                  <a:srgbClr val="424242"/>
                </a:solidFill>
                <a:latin typeface="Open Sans"/>
                <a:ea typeface="Open Sans"/>
                <a:cs typeface="Open Sans"/>
                <a:sym typeface="Open Sans"/>
              </a:rPr>
              <a:t> </a:t>
            </a:r>
            <a:r>
              <a:rPr lang="en-US" sz="3200" b="0" i="0" dirty="0" err="1" smtClean="0">
                <a:solidFill>
                  <a:srgbClr val="424242"/>
                </a:solidFill>
                <a:latin typeface="Open Sans"/>
                <a:ea typeface="Open Sans"/>
                <a:cs typeface="Open Sans"/>
                <a:sym typeface="Open Sans"/>
              </a:rPr>
              <a:t>segala</a:t>
            </a:r>
            <a:r>
              <a:rPr lang="en-US" sz="3200" b="0" i="0" dirty="0" smtClean="0">
                <a:solidFill>
                  <a:srgbClr val="424242"/>
                </a:solidFill>
                <a:latin typeface="Open Sans"/>
                <a:ea typeface="Open Sans"/>
                <a:cs typeface="Open Sans"/>
                <a:sym typeface="Open Sans"/>
              </a:rPr>
              <a:t> </a:t>
            </a:r>
            <a:r>
              <a:rPr lang="en-US" sz="3200" b="0" i="0" dirty="0" err="1" smtClean="0">
                <a:solidFill>
                  <a:srgbClr val="424242"/>
                </a:solidFill>
                <a:latin typeface="Open Sans"/>
                <a:ea typeface="Open Sans"/>
                <a:cs typeface="Open Sans"/>
                <a:sym typeface="Open Sans"/>
              </a:rPr>
              <a:t>hal</a:t>
            </a:r>
            <a:r>
              <a:rPr lang="en-US" sz="3200" b="0" i="0" dirty="0" smtClean="0">
                <a:solidFill>
                  <a:srgbClr val="424242"/>
                </a:solidFill>
                <a:latin typeface="Open Sans"/>
                <a:ea typeface="Open Sans"/>
                <a:cs typeface="Open Sans"/>
                <a:sym typeface="Open Sans"/>
              </a:rPr>
              <a:t> </a:t>
            </a:r>
            <a:endParaRPr dirty="0"/>
          </a:p>
          <a:p>
            <a:pPr marL="0" lvl="0" indent="0" algn="ctr" rtl="0">
              <a:lnSpc>
                <a:spcPct val="90000"/>
              </a:lnSpc>
              <a:spcBef>
                <a:spcPts val="0"/>
              </a:spcBef>
              <a:spcAft>
                <a:spcPts val="0"/>
              </a:spcAft>
              <a:buClr>
                <a:srgbClr val="424242"/>
              </a:buClr>
              <a:buSzPts val="3200"/>
              <a:buNone/>
            </a:pPr>
            <a:r>
              <a:rPr lang="en-US" sz="3200" b="0" i="0" dirty="0" err="1" smtClean="0">
                <a:solidFill>
                  <a:srgbClr val="424242"/>
                </a:solidFill>
                <a:latin typeface="Open Sans"/>
                <a:ea typeface="Open Sans"/>
                <a:cs typeface="Open Sans"/>
                <a:sym typeface="Open Sans"/>
              </a:rPr>
              <a:t>dulunya</a:t>
            </a:r>
            <a:r>
              <a:rPr lang="en-US" sz="3200" b="0" i="0" dirty="0" smtClean="0">
                <a:solidFill>
                  <a:srgbClr val="424242"/>
                </a:solidFill>
                <a:latin typeface="Open Sans"/>
                <a:ea typeface="Open Sans"/>
                <a:cs typeface="Open Sans"/>
                <a:sym typeface="Open Sans"/>
              </a:rPr>
              <a:t> </a:t>
            </a:r>
            <a:r>
              <a:rPr lang="en-US" sz="3200" b="0" i="0" dirty="0" err="1" smtClean="0">
                <a:solidFill>
                  <a:srgbClr val="424242"/>
                </a:solidFill>
                <a:latin typeface="Open Sans"/>
                <a:ea typeface="Open Sans"/>
                <a:cs typeface="Open Sans"/>
                <a:sym typeface="Open Sans"/>
              </a:rPr>
              <a:t>adalah</a:t>
            </a:r>
            <a:r>
              <a:rPr lang="en-US" sz="3200" b="0" i="0" dirty="0" smtClean="0">
                <a:solidFill>
                  <a:srgbClr val="424242"/>
                </a:solidFill>
                <a:latin typeface="Open Sans"/>
                <a:ea typeface="Open Sans"/>
                <a:cs typeface="Open Sans"/>
                <a:sym typeface="Open Sans"/>
              </a:rPr>
              <a:t> </a:t>
            </a:r>
            <a:r>
              <a:rPr lang="en-US" sz="3200" b="0" i="0" dirty="0" err="1" smtClean="0">
                <a:solidFill>
                  <a:srgbClr val="424242"/>
                </a:solidFill>
                <a:latin typeface="Open Sans"/>
                <a:ea typeface="Open Sans"/>
                <a:cs typeface="Open Sans"/>
                <a:sym typeface="Open Sans"/>
              </a:rPr>
              <a:t>seorang</a:t>
            </a:r>
            <a:r>
              <a:rPr lang="en-US" sz="3200" b="0" i="0" dirty="0" smtClean="0">
                <a:solidFill>
                  <a:srgbClr val="424242"/>
                </a:solidFill>
                <a:latin typeface="Open Sans"/>
                <a:ea typeface="Open Sans"/>
                <a:cs typeface="Open Sans"/>
                <a:sym typeface="Open Sans"/>
              </a:rPr>
              <a:t> </a:t>
            </a:r>
            <a:r>
              <a:rPr lang="en-US" sz="3200" b="0" i="0" dirty="0" err="1" smtClean="0">
                <a:solidFill>
                  <a:srgbClr val="424242"/>
                </a:solidFill>
                <a:latin typeface="Open Sans"/>
                <a:ea typeface="Open Sans"/>
                <a:cs typeface="Open Sans"/>
                <a:sym typeface="Open Sans"/>
              </a:rPr>
              <a:t>pemula</a:t>
            </a:r>
            <a:r>
              <a:rPr lang="en-US" sz="3200" b="0" i="0" dirty="0" smtClean="0">
                <a:solidFill>
                  <a:srgbClr val="424242"/>
                </a:solidFill>
                <a:latin typeface="Open Sans"/>
                <a:ea typeface="Open Sans"/>
                <a:cs typeface="Open Sans"/>
                <a:sym typeface="Open Sans"/>
              </a:rPr>
              <a:t>.” </a:t>
            </a:r>
            <a:endParaRPr dirty="0"/>
          </a:p>
          <a:p>
            <a:pPr marL="0" lvl="0" indent="0" algn="ctr" rtl="0">
              <a:lnSpc>
                <a:spcPct val="90000"/>
              </a:lnSpc>
              <a:spcBef>
                <a:spcPts val="1000"/>
              </a:spcBef>
              <a:spcAft>
                <a:spcPts val="0"/>
              </a:spcAft>
              <a:buClr>
                <a:srgbClr val="424242"/>
              </a:buClr>
              <a:buSzPts val="3200"/>
              <a:buNone/>
            </a:pPr>
            <a:r>
              <a:rPr lang="en-US" sz="3200" b="0" i="0" dirty="0" smtClean="0">
                <a:solidFill>
                  <a:srgbClr val="424242"/>
                </a:solidFill>
                <a:latin typeface="Open Sans"/>
                <a:ea typeface="Open Sans"/>
                <a:cs typeface="Open Sans"/>
                <a:sym typeface="Open Sans"/>
              </a:rPr>
              <a:t> </a:t>
            </a:r>
            <a:r>
              <a:rPr lang="en-US" b="1" i="0" dirty="0" smtClean="0">
                <a:solidFill>
                  <a:srgbClr val="424242"/>
                </a:solidFill>
                <a:latin typeface="Open Sans"/>
                <a:ea typeface="Open Sans"/>
                <a:cs typeface="Open Sans"/>
                <a:sym typeface="Open Sans"/>
              </a:rPr>
              <a:t>Helen Hayes</a:t>
            </a:r>
            <a:endParaRPr b="0" i="0" dirty="0">
              <a:solidFill>
                <a:srgbClr val="424242"/>
              </a:solidFill>
              <a:latin typeface="Open Sans"/>
              <a:ea typeface="Open Sans"/>
              <a:cs typeface="Open Sans"/>
              <a:sym typeface="Open Sans"/>
            </a:endParaRPr>
          </a:p>
        </p:txBody>
      </p:sp>
      <p:pic>
        <p:nvPicPr>
          <p:cNvPr id="515" name="Google Shape;515;p7"/>
          <p:cNvPicPr preferRelativeResize="0"/>
          <p:nvPr/>
        </p:nvPicPr>
        <p:blipFill rotWithShape="1">
          <a:blip r:embed="rId3">
            <a:alphaModFix/>
          </a:blip>
          <a:srcRect/>
          <a:stretch/>
        </p:blipFill>
        <p:spPr>
          <a:xfrm>
            <a:off x="9689956" y="6111123"/>
            <a:ext cx="1323268" cy="503502"/>
          </a:xfrm>
          <a:prstGeom prst="rect">
            <a:avLst/>
          </a:prstGeom>
          <a:noFill/>
          <a:ln>
            <a:noFill/>
          </a:ln>
        </p:spPr>
      </p:pic>
      <p:pic>
        <p:nvPicPr>
          <p:cNvPr id="516" name="Google Shape;516;p7"/>
          <p:cNvPicPr preferRelativeResize="0"/>
          <p:nvPr/>
        </p:nvPicPr>
        <p:blipFill rotWithShape="1">
          <a:blip r:embed="rId4">
            <a:alphaModFix/>
          </a:blip>
          <a:srcRect/>
          <a:stretch/>
        </p:blipFill>
        <p:spPr>
          <a:xfrm>
            <a:off x="11013224" y="6183324"/>
            <a:ext cx="921056" cy="402542"/>
          </a:xfrm>
          <a:prstGeom prst="rect">
            <a:avLst/>
          </a:prstGeom>
          <a:noFill/>
          <a:ln>
            <a:noFill/>
          </a:ln>
        </p:spPr>
      </p:pic>
      <p:pic>
        <p:nvPicPr>
          <p:cNvPr id="9" name="Picture 8"/>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74508" y="69069"/>
            <a:ext cx="4413472" cy="495736"/>
          </a:xfrm>
          <a:prstGeom prst="rect">
            <a:avLst/>
          </a:prstGeom>
        </p:spPr>
      </p:pic>
    </p:spTree>
  </p:cSld>
  <p:clrMapOvr>
    <a:masterClrMapping/>
  </p:clrMapOvr>
</p:sld>
</file>

<file path=ppt/theme/theme1.xml><?xml version="1.0" encoding="utf-8"?>
<a:theme xmlns:a="http://schemas.openxmlformats.org/drawingml/2006/main" name="SHOWEET-CORP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791</TotalTime>
  <Words>972</Words>
  <Application>Microsoft Office PowerPoint</Application>
  <PresentationFormat>Widescreen</PresentationFormat>
  <Paragraphs>69</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Open Sans</vt:lpstr>
      <vt:lpstr>Times New Roman</vt:lpstr>
      <vt:lpstr>Arial</vt:lpstr>
      <vt:lpstr>Arial Black</vt:lpstr>
      <vt:lpstr>SHOWEET-CORPO</vt:lpstr>
      <vt:lpstr>PowerPoint Presentation</vt:lpstr>
      <vt:lpstr>PEMBAGIAN MASA-MASA PERKEMBANGAN</vt:lpstr>
      <vt:lpstr>PEMBAGIAN MASA-MASA PERKEMBANGAN</vt:lpstr>
      <vt:lpstr>PEMBAGIAN MASA-MASA PERKEMBANGAN</vt:lpstr>
      <vt:lpstr>PEMBAGIAN MASA-MASA PERKEMBANGAN</vt:lpstr>
      <vt:lpstr>PEMBAGIAN MASA-MASA PERKEMBANGAN</vt:lpstr>
      <vt:lpstr>PEMBAGIAN MASA-MASA PERKEMBANGAN</vt:lpstr>
      <vt:lpstr>PEMBAGIAN MASA-MASA PERKEMBANGAN</vt:lpstr>
      <vt:lpstr>PEMBAGIAN MASA-MASA PERKEMBANGAN</vt:lpstr>
      <vt:lpstr>PEMBAGIAN MASA-MASA PERKEMBANGAN</vt:lpstr>
      <vt:lpstr>PEMBAGIAN MASA-MASA PERKEMBANGAN</vt:lpstr>
      <vt:lpstr>PEMBAGIAN MASA-MASA PERKEMBANGAN</vt:lpstr>
      <vt:lpstr>TERIMA KASIH</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LAPORAN AKTUALISASI</dc:title>
  <dc:creator>showeet.com</dc:creator>
  <cp:lastModifiedBy>Dell</cp:lastModifiedBy>
  <cp:revision>121</cp:revision>
  <dcterms:created xsi:type="dcterms:W3CDTF">2011-05-09T14:18:21Z</dcterms:created>
  <dcterms:modified xsi:type="dcterms:W3CDTF">2025-03-10T02:43:33Z</dcterms:modified>
</cp:coreProperties>
</file>